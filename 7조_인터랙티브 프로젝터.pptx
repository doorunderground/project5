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43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71A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jp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g"/><Relationship Id="rId7" Type="http://schemas.openxmlformats.org/officeDocument/2006/relationships/image" Target="../media/image25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gif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1.png"/><Relationship Id="rId9" Type="http://schemas.openxmlformats.org/officeDocument/2006/relationships/image" Target="../media/image59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2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9015" y="3224299"/>
            <a:ext cx="12080177" cy="26383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8477" y="7895927"/>
            <a:ext cx="3162562" cy="3801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5787" y="5748516"/>
            <a:ext cx="18219420" cy="62865"/>
          </a:xfrm>
          <a:custGeom>
            <a:avLst/>
            <a:gdLst/>
            <a:ahLst/>
            <a:cxnLst/>
            <a:rect l="l" t="t" r="r" b="b"/>
            <a:pathLst>
              <a:path w="18219420" h="62864">
                <a:moveTo>
                  <a:pt x="18219340" y="0"/>
                </a:moveTo>
                <a:lnTo>
                  <a:pt x="0" y="0"/>
                </a:lnTo>
                <a:lnTo>
                  <a:pt x="0" y="62825"/>
                </a:lnTo>
                <a:lnTo>
                  <a:pt x="18219340" y="62825"/>
                </a:lnTo>
                <a:lnTo>
                  <a:pt x="18219340" y="0"/>
                </a:lnTo>
                <a:close/>
              </a:path>
            </a:pathLst>
          </a:custGeom>
          <a:solidFill>
            <a:srgbClr val="33415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9577" y="6410249"/>
            <a:ext cx="3019693" cy="3451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297" y="7288155"/>
            <a:ext cx="2717405" cy="7586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86764" y="4481015"/>
            <a:ext cx="3016662" cy="7598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77256" y="7278930"/>
            <a:ext cx="1356762" cy="7364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10874" y="4513370"/>
            <a:ext cx="3666826" cy="2877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01946" y="3666877"/>
            <a:ext cx="2987971" cy="3493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409510" y="3666877"/>
            <a:ext cx="3072303" cy="34513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969855" y="6420720"/>
            <a:ext cx="2930578" cy="276682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999724" y="1109913"/>
            <a:ext cx="1281430" cy="425450"/>
          </a:xfrm>
          <a:custGeom>
            <a:avLst/>
            <a:gdLst/>
            <a:ahLst/>
            <a:cxnLst/>
            <a:rect l="l" t="t" r="r" b="b"/>
            <a:pathLst>
              <a:path w="1281430" h="425450">
                <a:moveTo>
                  <a:pt x="277314" y="0"/>
                </a:moveTo>
                <a:lnTo>
                  <a:pt x="0" y="0"/>
                </a:lnTo>
                <a:lnTo>
                  <a:pt x="0" y="418835"/>
                </a:lnTo>
                <a:lnTo>
                  <a:pt x="88552" y="418835"/>
                </a:lnTo>
                <a:lnTo>
                  <a:pt x="88552" y="245820"/>
                </a:lnTo>
                <a:lnTo>
                  <a:pt x="258909" y="245820"/>
                </a:lnTo>
                <a:lnTo>
                  <a:pt x="258909" y="172810"/>
                </a:lnTo>
                <a:lnTo>
                  <a:pt x="88552" y="172810"/>
                </a:lnTo>
                <a:lnTo>
                  <a:pt x="88552" y="73009"/>
                </a:lnTo>
                <a:lnTo>
                  <a:pt x="277314" y="73009"/>
                </a:lnTo>
                <a:lnTo>
                  <a:pt x="277314" y="0"/>
                </a:lnTo>
                <a:close/>
              </a:path>
              <a:path w="1281430" h="425450">
                <a:moveTo>
                  <a:pt x="422363" y="0"/>
                </a:moveTo>
                <a:lnTo>
                  <a:pt x="335242" y="0"/>
                </a:lnTo>
                <a:lnTo>
                  <a:pt x="335242" y="418835"/>
                </a:lnTo>
                <a:lnTo>
                  <a:pt x="422363" y="418835"/>
                </a:lnTo>
                <a:lnTo>
                  <a:pt x="422363" y="0"/>
                </a:lnTo>
                <a:close/>
              </a:path>
              <a:path w="1281430" h="425450">
                <a:moveTo>
                  <a:pt x="634081" y="100618"/>
                </a:moveTo>
                <a:lnTo>
                  <a:pt x="589651" y="105731"/>
                </a:lnTo>
                <a:lnTo>
                  <a:pt x="551664" y="121069"/>
                </a:lnTo>
                <a:lnTo>
                  <a:pt x="521039" y="145406"/>
                </a:lnTo>
                <a:lnTo>
                  <a:pt x="498287" y="177923"/>
                </a:lnTo>
                <a:lnTo>
                  <a:pt x="484176" y="217393"/>
                </a:lnTo>
                <a:lnTo>
                  <a:pt x="479503" y="262385"/>
                </a:lnTo>
                <a:lnTo>
                  <a:pt x="479472" y="262999"/>
                </a:lnTo>
                <a:lnTo>
                  <a:pt x="480648" y="286402"/>
                </a:lnTo>
                <a:lnTo>
                  <a:pt x="490055" y="328838"/>
                </a:lnTo>
                <a:lnTo>
                  <a:pt x="508678" y="365074"/>
                </a:lnTo>
                <a:lnTo>
                  <a:pt x="535367" y="393501"/>
                </a:lnTo>
                <a:lnTo>
                  <a:pt x="569852" y="413582"/>
                </a:lnTo>
                <a:lnTo>
                  <a:pt x="611061" y="423705"/>
                </a:lnTo>
                <a:lnTo>
                  <a:pt x="634081" y="424970"/>
                </a:lnTo>
                <a:lnTo>
                  <a:pt x="657088" y="423705"/>
                </a:lnTo>
                <a:lnTo>
                  <a:pt x="698195" y="413582"/>
                </a:lnTo>
                <a:lnTo>
                  <a:pt x="732680" y="393501"/>
                </a:lnTo>
                <a:lnTo>
                  <a:pt x="759471" y="365074"/>
                </a:lnTo>
                <a:lnTo>
                  <a:pt x="764063" y="357482"/>
                </a:lnTo>
                <a:lnTo>
                  <a:pt x="634490" y="357482"/>
                </a:lnTo>
                <a:lnTo>
                  <a:pt x="623983" y="356715"/>
                </a:lnTo>
                <a:lnTo>
                  <a:pt x="584743" y="330487"/>
                </a:lnTo>
                <a:lnTo>
                  <a:pt x="569865" y="288307"/>
                </a:lnTo>
                <a:lnTo>
                  <a:pt x="568046" y="262999"/>
                </a:lnTo>
                <a:lnTo>
                  <a:pt x="568025" y="262385"/>
                </a:lnTo>
                <a:lnTo>
                  <a:pt x="575387" y="213507"/>
                </a:lnTo>
                <a:lnTo>
                  <a:pt x="597678" y="179559"/>
                </a:lnTo>
                <a:lnTo>
                  <a:pt x="634490" y="167084"/>
                </a:lnTo>
                <a:lnTo>
                  <a:pt x="763350" y="167084"/>
                </a:lnTo>
                <a:lnTo>
                  <a:pt x="759471" y="160642"/>
                </a:lnTo>
                <a:lnTo>
                  <a:pt x="732680" y="132215"/>
                </a:lnTo>
                <a:lnTo>
                  <a:pt x="698195" y="112122"/>
                </a:lnTo>
                <a:lnTo>
                  <a:pt x="657088" y="101896"/>
                </a:lnTo>
                <a:lnTo>
                  <a:pt x="634081" y="100618"/>
                </a:lnTo>
                <a:close/>
              </a:path>
              <a:path w="1281430" h="425450">
                <a:moveTo>
                  <a:pt x="763350" y="167084"/>
                </a:moveTo>
                <a:lnTo>
                  <a:pt x="634490" y="167084"/>
                </a:lnTo>
                <a:lnTo>
                  <a:pt x="644882" y="167863"/>
                </a:lnTo>
                <a:lnTo>
                  <a:pt x="654379" y="170203"/>
                </a:lnTo>
                <a:lnTo>
                  <a:pt x="688442" y="203333"/>
                </a:lnTo>
                <a:lnTo>
                  <a:pt x="699665" y="249054"/>
                </a:lnTo>
                <a:lnTo>
                  <a:pt x="700138" y="262385"/>
                </a:lnTo>
                <a:lnTo>
                  <a:pt x="699665" y="275717"/>
                </a:lnTo>
                <a:lnTo>
                  <a:pt x="688442" y="321437"/>
                </a:lnTo>
                <a:lnTo>
                  <a:pt x="662981" y="350580"/>
                </a:lnTo>
                <a:lnTo>
                  <a:pt x="634490" y="357482"/>
                </a:lnTo>
                <a:lnTo>
                  <a:pt x="764063" y="357482"/>
                </a:lnTo>
                <a:lnTo>
                  <a:pt x="783987" y="308349"/>
                </a:lnTo>
                <a:lnTo>
                  <a:pt x="788690" y="262999"/>
                </a:lnTo>
                <a:lnTo>
                  <a:pt x="787514" y="239429"/>
                </a:lnTo>
                <a:lnTo>
                  <a:pt x="783987" y="217393"/>
                </a:lnTo>
                <a:lnTo>
                  <a:pt x="778107" y="196891"/>
                </a:lnTo>
                <a:lnTo>
                  <a:pt x="769875" y="177923"/>
                </a:lnTo>
                <a:lnTo>
                  <a:pt x="763350" y="167084"/>
                </a:lnTo>
                <a:close/>
              </a:path>
              <a:path w="1281430" h="425450">
                <a:moveTo>
                  <a:pt x="902091" y="104708"/>
                </a:moveTo>
                <a:lnTo>
                  <a:pt x="813947" y="104708"/>
                </a:lnTo>
                <a:lnTo>
                  <a:pt x="899432" y="418835"/>
                </a:lnTo>
                <a:lnTo>
                  <a:pt x="991461" y="418835"/>
                </a:lnTo>
                <a:lnTo>
                  <a:pt x="1019630" y="315762"/>
                </a:lnTo>
                <a:lnTo>
                  <a:pt x="950764" y="315762"/>
                </a:lnTo>
                <a:lnTo>
                  <a:pt x="902091" y="104708"/>
                </a:lnTo>
                <a:close/>
              </a:path>
              <a:path w="1281430" h="425450">
                <a:moveTo>
                  <a:pt x="1119484" y="221279"/>
                </a:moveTo>
                <a:lnTo>
                  <a:pt x="1049338" y="221279"/>
                </a:lnTo>
                <a:lnTo>
                  <a:pt x="1103328" y="418835"/>
                </a:lnTo>
                <a:lnTo>
                  <a:pt x="1195562" y="418835"/>
                </a:lnTo>
                <a:lnTo>
                  <a:pt x="1223878" y="314535"/>
                </a:lnTo>
                <a:lnTo>
                  <a:pt x="1142389" y="314535"/>
                </a:lnTo>
                <a:lnTo>
                  <a:pt x="1119484" y="221279"/>
                </a:lnTo>
                <a:close/>
              </a:path>
              <a:path w="1281430" h="425450">
                <a:moveTo>
                  <a:pt x="1090853" y="104708"/>
                </a:moveTo>
                <a:lnTo>
                  <a:pt x="1004346" y="104708"/>
                </a:lnTo>
                <a:lnTo>
                  <a:pt x="953627" y="315762"/>
                </a:lnTo>
                <a:lnTo>
                  <a:pt x="1019630" y="315762"/>
                </a:lnTo>
                <a:lnTo>
                  <a:pt x="1045452" y="221279"/>
                </a:lnTo>
                <a:lnTo>
                  <a:pt x="1119484" y="221279"/>
                </a:lnTo>
                <a:lnTo>
                  <a:pt x="1090853" y="104708"/>
                </a:lnTo>
                <a:close/>
              </a:path>
              <a:path w="1281430" h="425450">
                <a:moveTo>
                  <a:pt x="1280842" y="104708"/>
                </a:moveTo>
                <a:lnTo>
                  <a:pt x="1192903" y="104708"/>
                </a:lnTo>
                <a:lnTo>
                  <a:pt x="1145048" y="314535"/>
                </a:lnTo>
                <a:lnTo>
                  <a:pt x="1223878" y="314535"/>
                </a:lnTo>
                <a:lnTo>
                  <a:pt x="1280842" y="104708"/>
                </a:lnTo>
                <a:close/>
              </a:path>
            </a:pathLst>
          </a:custGeom>
          <a:solidFill>
            <a:srgbClr val="F8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2146226" y="5560040"/>
            <a:ext cx="377190" cy="377190"/>
            <a:chOff x="12146226" y="5560040"/>
            <a:chExt cx="377190" cy="377190"/>
          </a:xfrm>
        </p:grpSpPr>
        <p:sp>
          <p:nvSpPr>
            <p:cNvPr id="13" name="object 13"/>
            <p:cNvSpPr/>
            <p:nvPr/>
          </p:nvSpPr>
          <p:spPr>
            <a:xfrm>
              <a:off x="12146227" y="556004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89">
                  <a:moveTo>
                    <a:pt x="314641" y="0"/>
                  </a:moveTo>
                  <a:lnTo>
                    <a:pt x="62310" y="0"/>
                  </a:lnTo>
                  <a:lnTo>
                    <a:pt x="38056" y="4896"/>
                  </a:lnTo>
                  <a:lnTo>
                    <a:pt x="18250" y="18250"/>
                  </a:lnTo>
                  <a:lnTo>
                    <a:pt x="4896" y="38056"/>
                  </a:lnTo>
                  <a:lnTo>
                    <a:pt x="0" y="62310"/>
                  </a:lnTo>
                  <a:lnTo>
                    <a:pt x="0" y="314641"/>
                  </a:lnTo>
                  <a:lnTo>
                    <a:pt x="4896" y="338895"/>
                  </a:lnTo>
                  <a:lnTo>
                    <a:pt x="18250" y="358701"/>
                  </a:lnTo>
                  <a:lnTo>
                    <a:pt x="38056" y="372055"/>
                  </a:lnTo>
                  <a:lnTo>
                    <a:pt x="62310" y="376951"/>
                  </a:lnTo>
                  <a:lnTo>
                    <a:pt x="314641" y="376951"/>
                  </a:lnTo>
                  <a:lnTo>
                    <a:pt x="338895" y="372055"/>
                  </a:lnTo>
                  <a:lnTo>
                    <a:pt x="358701" y="358701"/>
                  </a:lnTo>
                  <a:lnTo>
                    <a:pt x="372055" y="338895"/>
                  </a:lnTo>
                  <a:lnTo>
                    <a:pt x="376951" y="314641"/>
                  </a:lnTo>
                  <a:lnTo>
                    <a:pt x="376951" y="62310"/>
                  </a:lnTo>
                  <a:lnTo>
                    <a:pt x="372055" y="38056"/>
                  </a:lnTo>
                  <a:lnTo>
                    <a:pt x="358701" y="18250"/>
                  </a:lnTo>
                  <a:lnTo>
                    <a:pt x="338895" y="4896"/>
                  </a:lnTo>
                  <a:lnTo>
                    <a:pt x="314641" y="0"/>
                  </a:lnTo>
                  <a:close/>
                </a:path>
              </a:pathLst>
            </a:custGeom>
            <a:solidFill>
              <a:srgbClr val="0B11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46226" y="556004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89">
                  <a:moveTo>
                    <a:pt x="62310" y="0"/>
                  </a:moveTo>
                  <a:lnTo>
                    <a:pt x="18250" y="18250"/>
                  </a:lnTo>
                  <a:lnTo>
                    <a:pt x="0" y="62310"/>
                  </a:lnTo>
                  <a:lnTo>
                    <a:pt x="0" y="314641"/>
                  </a:lnTo>
                  <a:lnTo>
                    <a:pt x="4896" y="338895"/>
                  </a:lnTo>
                  <a:lnTo>
                    <a:pt x="18250" y="358701"/>
                  </a:lnTo>
                  <a:lnTo>
                    <a:pt x="38056" y="372055"/>
                  </a:lnTo>
                  <a:lnTo>
                    <a:pt x="62310" y="376951"/>
                  </a:lnTo>
                  <a:lnTo>
                    <a:pt x="62310" y="345539"/>
                  </a:lnTo>
                  <a:lnTo>
                    <a:pt x="50283" y="343111"/>
                  </a:lnTo>
                  <a:lnTo>
                    <a:pt x="40462" y="336489"/>
                  </a:lnTo>
                  <a:lnTo>
                    <a:pt x="33840" y="326668"/>
                  </a:lnTo>
                  <a:lnTo>
                    <a:pt x="31412" y="314641"/>
                  </a:lnTo>
                  <a:lnTo>
                    <a:pt x="31412" y="62310"/>
                  </a:lnTo>
                  <a:lnTo>
                    <a:pt x="33840" y="50283"/>
                  </a:lnTo>
                  <a:lnTo>
                    <a:pt x="40462" y="40462"/>
                  </a:lnTo>
                  <a:lnTo>
                    <a:pt x="50283" y="33840"/>
                  </a:lnTo>
                  <a:lnTo>
                    <a:pt x="62310" y="31412"/>
                  </a:lnTo>
                  <a:lnTo>
                    <a:pt x="62310" y="0"/>
                  </a:lnTo>
                  <a:close/>
                </a:path>
                <a:path w="377190" h="377189">
                  <a:moveTo>
                    <a:pt x="314641" y="345539"/>
                  </a:moveTo>
                  <a:lnTo>
                    <a:pt x="62310" y="345539"/>
                  </a:lnTo>
                  <a:lnTo>
                    <a:pt x="62310" y="376951"/>
                  </a:lnTo>
                  <a:lnTo>
                    <a:pt x="314641" y="376951"/>
                  </a:lnTo>
                  <a:lnTo>
                    <a:pt x="314641" y="345539"/>
                  </a:lnTo>
                  <a:close/>
                </a:path>
                <a:path w="377190" h="377189">
                  <a:moveTo>
                    <a:pt x="314641" y="0"/>
                  </a:moveTo>
                  <a:lnTo>
                    <a:pt x="314641" y="31412"/>
                  </a:lnTo>
                  <a:lnTo>
                    <a:pt x="326668" y="33840"/>
                  </a:lnTo>
                  <a:lnTo>
                    <a:pt x="336489" y="40462"/>
                  </a:lnTo>
                  <a:lnTo>
                    <a:pt x="343111" y="50283"/>
                  </a:lnTo>
                  <a:lnTo>
                    <a:pt x="345539" y="62310"/>
                  </a:lnTo>
                  <a:lnTo>
                    <a:pt x="345539" y="314641"/>
                  </a:lnTo>
                  <a:lnTo>
                    <a:pt x="343111" y="326668"/>
                  </a:lnTo>
                  <a:lnTo>
                    <a:pt x="336489" y="336489"/>
                  </a:lnTo>
                  <a:lnTo>
                    <a:pt x="326668" y="343111"/>
                  </a:lnTo>
                  <a:lnTo>
                    <a:pt x="314641" y="345539"/>
                  </a:lnTo>
                  <a:lnTo>
                    <a:pt x="314641" y="376951"/>
                  </a:lnTo>
                  <a:lnTo>
                    <a:pt x="358701" y="358701"/>
                  </a:lnTo>
                  <a:lnTo>
                    <a:pt x="376951" y="314641"/>
                  </a:lnTo>
                  <a:lnTo>
                    <a:pt x="376951" y="62310"/>
                  </a:lnTo>
                  <a:lnTo>
                    <a:pt x="372055" y="38056"/>
                  </a:lnTo>
                  <a:lnTo>
                    <a:pt x="358701" y="18250"/>
                  </a:lnTo>
                  <a:lnTo>
                    <a:pt x="338895" y="4896"/>
                  </a:lnTo>
                  <a:lnTo>
                    <a:pt x="314641" y="0"/>
                  </a:lnTo>
                  <a:close/>
                </a:path>
                <a:path w="377190" h="377189">
                  <a:moveTo>
                    <a:pt x="314641" y="0"/>
                  </a:moveTo>
                  <a:lnTo>
                    <a:pt x="62310" y="0"/>
                  </a:lnTo>
                  <a:lnTo>
                    <a:pt x="62310" y="31412"/>
                  </a:lnTo>
                  <a:lnTo>
                    <a:pt x="314641" y="31412"/>
                  </a:lnTo>
                  <a:lnTo>
                    <a:pt x="314641" y="0"/>
                  </a:lnTo>
                  <a:close/>
                </a:path>
              </a:pathLst>
            </a:custGeom>
            <a:solidFill>
              <a:srgbClr val="38B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6962834" y="5560040"/>
            <a:ext cx="377190" cy="377190"/>
            <a:chOff x="16962834" y="5560040"/>
            <a:chExt cx="377190" cy="377190"/>
          </a:xfrm>
        </p:grpSpPr>
        <p:sp>
          <p:nvSpPr>
            <p:cNvPr id="16" name="object 16"/>
            <p:cNvSpPr/>
            <p:nvPr/>
          </p:nvSpPr>
          <p:spPr>
            <a:xfrm>
              <a:off x="16962834" y="556004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89">
                  <a:moveTo>
                    <a:pt x="314641" y="0"/>
                  </a:moveTo>
                  <a:lnTo>
                    <a:pt x="62310" y="0"/>
                  </a:lnTo>
                  <a:lnTo>
                    <a:pt x="38056" y="4896"/>
                  </a:lnTo>
                  <a:lnTo>
                    <a:pt x="18250" y="18250"/>
                  </a:lnTo>
                  <a:lnTo>
                    <a:pt x="4896" y="38056"/>
                  </a:lnTo>
                  <a:lnTo>
                    <a:pt x="0" y="62310"/>
                  </a:lnTo>
                  <a:lnTo>
                    <a:pt x="0" y="314641"/>
                  </a:lnTo>
                  <a:lnTo>
                    <a:pt x="4896" y="338895"/>
                  </a:lnTo>
                  <a:lnTo>
                    <a:pt x="18250" y="358701"/>
                  </a:lnTo>
                  <a:lnTo>
                    <a:pt x="38056" y="372055"/>
                  </a:lnTo>
                  <a:lnTo>
                    <a:pt x="62310" y="376951"/>
                  </a:lnTo>
                  <a:lnTo>
                    <a:pt x="314641" y="376951"/>
                  </a:lnTo>
                  <a:lnTo>
                    <a:pt x="338895" y="372055"/>
                  </a:lnTo>
                  <a:lnTo>
                    <a:pt x="358701" y="358701"/>
                  </a:lnTo>
                  <a:lnTo>
                    <a:pt x="372055" y="338895"/>
                  </a:lnTo>
                  <a:lnTo>
                    <a:pt x="376951" y="314641"/>
                  </a:lnTo>
                  <a:lnTo>
                    <a:pt x="376951" y="62310"/>
                  </a:lnTo>
                  <a:lnTo>
                    <a:pt x="372055" y="38056"/>
                  </a:lnTo>
                  <a:lnTo>
                    <a:pt x="358701" y="18250"/>
                  </a:lnTo>
                  <a:lnTo>
                    <a:pt x="338895" y="4896"/>
                  </a:lnTo>
                  <a:lnTo>
                    <a:pt x="314641" y="0"/>
                  </a:lnTo>
                  <a:close/>
                </a:path>
              </a:pathLst>
            </a:custGeom>
            <a:solidFill>
              <a:srgbClr val="0B11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962834" y="556004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89">
                  <a:moveTo>
                    <a:pt x="62310" y="0"/>
                  </a:moveTo>
                  <a:lnTo>
                    <a:pt x="18250" y="18250"/>
                  </a:lnTo>
                  <a:lnTo>
                    <a:pt x="0" y="62310"/>
                  </a:lnTo>
                  <a:lnTo>
                    <a:pt x="0" y="314641"/>
                  </a:lnTo>
                  <a:lnTo>
                    <a:pt x="4896" y="338895"/>
                  </a:lnTo>
                  <a:lnTo>
                    <a:pt x="18250" y="358701"/>
                  </a:lnTo>
                  <a:lnTo>
                    <a:pt x="38056" y="372055"/>
                  </a:lnTo>
                  <a:lnTo>
                    <a:pt x="62310" y="376951"/>
                  </a:lnTo>
                  <a:lnTo>
                    <a:pt x="62310" y="345539"/>
                  </a:lnTo>
                  <a:lnTo>
                    <a:pt x="50283" y="343111"/>
                  </a:lnTo>
                  <a:lnTo>
                    <a:pt x="40462" y="336489"/>
                  </a:lnTo>
                  <a:lnTo>
                    <a:pt x="33840" y="326668"/>
                  </a:lnTo>
                  <a:lnTo>
                    <a:pt x="31412" y="314641"/>
                  </a:lnTo>
                  <a:lnTo>
                    <a:pt x="31412" y="62310"/>
                  </a:lnTo>
                  <a:lnTo>
                    <a:pt x="33840" y="50283"/>
                  </a:lnTo>
                  <a:lnTo>
                    <a:pt x="40462" y="40462"/>
                  </a:lnTo>
                  <a:lnTo>
                    <a:pt x="50283" y="33840"/>
                  </a:lnTo>
                  <a:lnTo>
                    <a:pt x="62310" y="31412"/>
                  </a:lnTo>
                  <a:lnTo>
                    <a:pt x="62310" y="0"/>
                  </a:lnTo>
                  <a:close/>
                </a:path>
                <a:path w="377190" h="377189">
                  <a:moveTo>
                    <a:pt x="314641" y="345539"/>
                  </a:moveTo>
                  <a:lnTo>
                    <a:pt x="62310" y="345539"/>
                  </a:lnTo>
                  <a:lnTo>
                    <a:pt x="62310" y="376951"/>
                  </a:lnTo>
                  <a:lnTo>
                    <a:pt x="314641" y="376951"/>
                  </a:lnTo>
                  <a:lnTo>
                    <a:pt x="314641" y="345539"/>
                  </a:lnTo>
                  <a:close/>
                </a:path>
                <a:path w="377190" h="377189">
                  <a:moveTo>
                    <a:pt x="314641" y="0"/>
                  </a:moveTo>
                  <a:lnTo>
                    <a:pt x="314641" y="31412"/>
                  </a:lnTo>
                  <a:lnTo>
                    <a:pt x="326668" y="33840"/>
                  </a:lnTo>
                  <a:lnTo>
                    <a:pt x="336489" y="40462"/>
                  </a:lnTo>
                  <a:lnTo>
                    <a:pt x="343111" y="50283"/>
                  </a:lnTo>
                  <a:lnTo>
                    <a:pt x="345539" y="62310"/>
                  </a:lnTo>
                  <a:lnTo>
                    <a:pt x="345539" y="314641"/>
                  </a:lnTo>
                  <a:lnTo>
                    <a:pt x="343111" y="326668"/>
                  </a:lnTo>
                  <a:lnTo>
                    <a:pt x="336489" y="336489"/>
                  </a:lnTo>
                  <a:lnTo>
                    <a:pt x="326668" y="343111"/>
                  </a:lnTo>
                  <a:lnTo>
                    <a:pt x="314641" y="345539"/>
                  </a:lnTo>
                  <a:lnTo>
                    <a:pt x="314641" y="376951"/>
                  </a:lnTo>
                  <a:lnTo>
                    <a:pt x="358701" y="358701"/>
                  </a:lnTo>
                  <a:lnTo>
                    <a:pt x="376951" y="314641"/>
                  </a:lnTo>
                  <a:lnTo>
                    <a:pt x="376951" y="62310"/>
                  </a:lnTo>
                  <a:lnTo>
                    <a:pt x="372055" y="38056"/>
                  </a:lnTo>
                  <a:lnTo>
                    <a:pt x="358701" y="18250"/>
                  </a:lnTo>
                  <a:lnTo>
                    <a:pt x="338895" y="4896"/>
                  </a:lnTo>
                  <a:lnTo>
                    <a:pt x="314641" y="0"/>
                  </a:lnTo>
                  <a:close/>
                </a:path>
                <a:path w="377190" h="377189">
                  <a:moveTo>
                    <a:pt x="314641" y="0"/>
                  </a:moveTo>
                  <a:lnTo>
                    <a:pt x="62310" y="0"/>
                  </a:lnTo>
                  <a:lnTo>
                    <a:pt x="62310" y="31412"/>
                  </a:lnTo>
                  <a:lnTo>
                    <a:pt x="314641" y="31412"/>
                  </a:lnTo>
                  <a:lnTo>
                    <a:pt x="314641" y="0"/>
                  </a:lnTo>
                  <a:close/>
                </a:path>
              </a:pathLst>
            </a:custGeom>
            <a:solidFill>
              <a:srgbClr val="38B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277265" y="5560040"/>
            <a:ext cx="377190" cy="377190"/>
            <a:chOff x="7277265" y="5560040"/>
            <a:chExt cx="377190" cy="377190"/>
          </a:xfrm>
        </p:grpSpPr>
        <p:sp>
          <p:nvSpPr>
            <p:cNvPr id="19" name="object 19"/>
            <p:cNvSpPr/>
            <p:nvPr/>
          </p:nvSpPr>
          <p:spPr>
            <a:xfrm>
              <a:off x="7277265" y="556004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89">
                  <a:moveTo>
                    <a:pt x="314641" y="0"/>
                  </a:moveTo>
                  <a:lnTo>
                    <a:pt x="62310" y="0"/>
                  </a:lnTo>
                  <a:lnTo>
                    <a:pt x="38056" y="4896"/>
                  </a:lnTo>
                  <a:lnTo>
                    <a:pt x="18250" y="18250"/>
                  </a:lnTo>
                  <a:lnTo>
                    <a:pt x="4896" y="38056"/>
                  </a:lnTo>
                  <a:lnTo>
                    <a:pt x="0" y="62310"/>
                  </a:lnTo>
                  <a:lnTo>
                    <a:pt x="0" y="314641"/>
                  </a:lnTo>
                  <a:lnTo>
                    <a:pt x="4896" y="338895"/>
                  </a:lnTo>
                  <a:lnTo>
                    <a:pt x="18250" y="358701"/>
                  </a:lnTo>
                  <a:lnTo>
                    <a:pt x="38056" y="372055"/>
                  </a:lnTo>
                  <a:lnTo>
                    <a:pt x="62310" y="376951"/>
                  </a:lnTo>
                  <a:lnTo>
                    <a:pt x="314641" y="376951"/>
                  </a:lnTo>
                  <a:lnTo>
                    <a:pt x="338895" y="372055"/>
                  </a:lnTo>
                  <a:lnTo>
                    <a:pt x="358701" y="358701"/>
                  </a:lnTo>
                  <a:lnTo>
                    <a:pt x="372055" y="338895"/>
                  </a:lnTo>
                  <a:lnTo>
                    <a:pt x="376951" y="314641"/>
                  </a:lnTo>
                  <a:lnTo>
                    <a:pt x="376951" y="62310"/>
                  </a:lnTo>
                  <a:lnTo>
                    <a:pt x="372055" y="38056"/>
                  </a:lnTo>
                  <a:lnTo>
                    <a:pt x="358701" y="18250"/>
                  </a:lnTo>
                  <a:lnTo>
                    <a:pt x="338895" y="4896"/>
                  </a:lnTo>
                  <a:lnTo>
                    <a:pt x="314641" y="0"/>
                  </a:lnTo>
                  <a:close/>
                </a:path>
              </a:pathLst>
            </a:custGeom>
            <a:solidFill>
              <a:srgbClr val="0B11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77265" y="556004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89">
                  <a:moveTo>
                    <a:pt x="62310" y="0"/>
                  </a:moveTo>
                  <a:lnTo>
                    <a:pt x="18250" y="18250"/>
                  </a:lnTo>
                  <a:lnTo>
                    <a:pt x="0" y="62310"/>
                  </a:lnTo>
                  <a:lnTo>
                    <a:pt x="0" y="314641"/>
                  </a:lnTo>
                  <a:lnTo>
                    <a:pt x="4896" y="338895"/>
                  </a:lnTo>
                  <a:lnTo>
                    <a:pt x="18250" y="358701"/>
                  </a:lnTo>
                  <a:lnTo>
                    <a:pt x="38056" y="372055"/>
                  </a:lnTo>
                  <a:lnTo>
                    <a:pt x="62310" y="376951"/>
                  </a:lnTo>
                  <a:lnTo>
                    <a:pt x="62310" y="345539"/>
                  </a:lnTo>
                  <a:lnTo>
                    <a:pt x="50283" y="343111"/>
                  </a:lnTo>
                  <a:lnTo>
                    <a:pt x="40462" y="336489"/>
                  </a:lnTo>
                  <a:lnTo>
                    <a:pt x="33840" y="326668"/>
                  </a:lnTo>
                  <a:lnTo>
                    <a:pt x="31412" y="314641"/>
                  </a:lnTo>
                  <a:lnTo>
                    <a:pt x="31412" y="62310"/>
                  </a:lnTo>
                  <a:lnTo>
                    <a:pt x="33840" y="50283"/>
                  </a:lnTo>
                  <a:lnTo>
                    <a:pt x="40462" y="40462"/>
                  </a:lnTo>
                  <a:lnTo>
                    <a:pt x="50283" y="33840"/>
                  </a:lnTo>
                  <a:lnTo>
                    <a:pt x="62310" y="31412"/>
                  </a:lnTo>
                  <a:lnTo>
                    <a:pt x="62310" y="0"/>
                  </a:lnTo>
                  <a:close/>
                </a:path>
                <a:path w="377190" h="377189">
                  <a:moveTo>
                    <a:pt x="314641" y="345539"/>
                  </a:moveTo>
                  <a:lnTo>
                    <a:pt x="62310" y="345539"/>
                  </a:lnTo>
                  <a:lnTo>
                    <a:pt x="62310" y="376951"/>
                  </a:lnTo>
                  <a:lnTo>
                    <a:pt x="314641" y="376951"/>
                  </a:lnTo>
                  <a:lnTo>
                    <a:pt x="314641" y="345539"/>
                  </a:lnTo>
                  <a:close/>
                </a:path>
                <a:path w="377190" h="377189">
                  <a:moveTo>
                    <a:pt x="314641" y="0"/>
                  </a:moveTo>
                  <a:lnTo>
                    <a:pt x="314641" y="31412"/>
                  </a:lnTo>
                  <a:lnTo>
                    <a:pt x="326668" y="33840"/>
                  </a:lnTo>
                  <a:lnTo>
                    <a:pt x="336489" y="40462"/>
                  </a:lnTo>
                  <a:lnTo>
                    <a:pt x="343111" y="50283"/>
                  </a:lnTo>
                  <a:lnTo>
                    <a:pt x="345539" y="62310"/>
                  </a:lnTo>
                  <a:lnTo>
                    <a:pt x="345539" y="314641"/>
                  </a:lnTo>
                  <a:lnTo>
                    <a:pt x="343111" y="326668"/>
                  </a:lnTo>
                  <a:lnTo>
                    <a:pt x="336489" y="336489"/>
                  </a:lnTo>
                  <a:lnTo>
                    <a:pt x="326668" y="343111"/>
                  </a:lnTo>
                  <a:lnTo>
                    <a:pt x="314641" y="345539"/>
                  </a:lnTo>
                  <a:lnTo>
                    <a:pt x="314641" y="376951"/>
                  </a:lnTo>
                  <a:lnTo>
                    <a:pt x="358701" y="358701"/>
                  </a:lnTo>
                  <a:lnTo>
                    <a:pt x="376951" y="314641"/>
                  </a:lnTo>
                  <a:lnTo>
                    <a:pt x="376951" y="62310"/>
                  </a:lnTo>
                  <a:lnTo>
                    <a:pt x="372055" y="38056"/>
                  </a:lnTo>
                  <a:lnTo>
                    <a:pt x="358701" y="18250"/>
                  </a:lnTo>
                  <a:lnTo>
                    <a:pt x="338895" y="4896"/>
                  </a:lnTo>
                  <a:lnTo>
                    <a:pt x="314641" y="0"/>
                  </a:lnTo>
                  <a:close/>
                </a:path>
                <a:path w="377190" h="377189">
                  <a:moveTo>
                    <a:pt x="314641" y="0"/>
                  </a:moveTo>
                  <a:lnTo>
                    <a:pt x="62310" y="0"/>
                  </a:lnTo>
                  <a:lnTo>
                    <a:pt x="62310" y="31412"/>
                  </a:lnTo>
                  <a:lnTo>
                    <a:pt x="314641" y="31412"/>
                  </a:lnTo>
                  <a:lnTo>
                    <a:pt x="314641" y="0"/>
                  </a:lnTo>
                  <a:close/>
                </a:path>
              </a:pathLst>
            </a:custGeom>
            <a:solidFill>
              <a:srgbClr val="38B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565366" y="5560040"/>
            <a:ext cx="377190" cy="377190"/>
            <a:chOff x="2565366" y="5560040"/>
            <a:chExt cx="377190" cy="377190"/>
          </a:xfrm>
        </p:grpSpPr>
        <p:sp>
          <p:nvSpPr>
            <p:cNvPr id="22" name="object 22"/>
            <p:cNvSpPr/>
            <p:nvPr/>
          </p:nvSpPr>
          <p:spPr>
            <a:xfrm>
              <a:off x="2565366" y="556004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89" h="377189">
                  <a:moveTo>
                    <a:pt x="314641" y="0"/>
                  </a:moveTo>
                  <a:lnTo>
                    <a:pt x="62310" y="0"/>
                  </a:lnTo>
                  <a:lnTo>
                    <a:pt x="38056" y="4896"/>
                  </a:lnTo>
                  <a:lnTo>
                    <a:pt x="18250" y="18250"/>
                  </a:lnTo>
                  <a:lnTo>
                    <a:pt x="4896" y="38056"/>
                  </a:lnTo>
                  <a:lnTo>
                    <a:pt x="0" y="62310"/>
                  </a:lnTo>
                  <a:lnTo>
                    <a:pt x="0" y="314641"/>
                  </a:lnTo>
                  <a:lnTo>
                    <a:pt x="4896" y="338895"/>
                  </a:lnTo>
                  <a:lnTo>
                    <a:pt x="18250" y="358701"/>
                  </a:lnTo>
                  <a:lnTo>
                    <a:pt x="38056" y="372055"/>
                  </a:lnTo>
                  <a:lnTo>
                    <a:pt x="62310" y="376951"/>
                  </a:lnTo>
                  <a:lnTo>
                    <a:pt x="314641" y="376951"/>
                  </a:lnTo>
                  <a:lnTo>
                    <a:pt x="338895" y="372055"/>
                  </a:lnTo>
                  <a:lnTo>
                    <a:pt x="358701" y="358701"/>
                  </a:lnTo>
                  <a:lnTo>
                    <a:pt x="372055" y="338895"/>
                  </a:lnTo>
                  <a:lnTo>
                    <a:pt x="376951" y="314641"/>
                  </a:lnTo>
                  <a:lnTo>
                    <a:pt x="376951" y="62310"/>
                  </a:lnTo>
                  <a:lnTo>
                    <a:pt x="372055" y="38056"/>
                  </a:lnTo>
                  <a:lnTo>
                    <a:pt x="358701" y="18250"/>
                  </a:lnTo>
                  <a:lnTo>
                    <a:pt x="338895" y="4896"/>
                  </a:lnTo>
                  <a:lnTo>
                    <a:pt x="314641" y="0"/>
                  </a:lnTo>
                  <a:close/>
                </a:path>
              </a:pathLst>
            </a:custGeom>
            <a:solidFill>
              <a:srgbClr val="0B11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65366" y="5560040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89" h="377189">
                  <a:moveTo>
                    <a:pt x="62310" y="0"/>
                  </a:moveTo>
                  <a:lnTo>
                    <a:pt x="18250" y="18250"/>
                  </a:lnTo>
                  <a:lnTo>
                    <a:pt x="0" y="62310"/>
                  </a:lnTo>
                  <a:lnTo>
                    <a:pt x="0" y="314641"/>
                  </a:lnTo>
                  <a:lnTo>
                    <a:pt x="4896" y="338895"/>
                  </a:lnTo>
                  <a:lnTo>
                    <a:pt x="18250" y="358701"/>
                  </a:lnTo>
                  <a:lnTo>
                    <a:pt x="38056" y="372055"/>
                  </a:lnTo>
                  <a:lnTo>
                    <a:pt x="62310" y="376951"/>
                  </a:lnTo>
                  <a:lnTo>
                    <a:pt x="62310" y="345539"/>
                  </a:lnTo>
                  <a:lnTo>
                    <a:pt x="50283" y="343111"/>
                  </a:lnTo>
                  <a:lnTo>
                    <a:pt x="40462" y="336489"/>
                  </a:lnTo>
                  <a:lnTo>
                    <a:pt x="33840" y="326668"/>
                  </a:lnTo>
                  <a:lnTo>
                    <a:pt x="31412" y="314641"/>
                  </a:lnTo>
                  <a:lnTo>
                    <a:pt x="31412" y="62310"/>
                  </a:lnTo>
                  <a:lnTo>
                    <a:pt x="33840" y="50283"/>
                  </a:lnTo>
                  <a:lnTo>
                    <a:pt x="40462" y="40462"/>
                  </a:lnTo>
                  <a:lnTo>
                    <a:pt x="50283" y="33840"/>
                  </a:lnTo>
                  <a:lnTo>
                    <a:pt x="62310" y="31412"/>
                  </a:lnTo>
                  <a:lnTo>
                    <a:pt x="62310" y="0"/>
                  </a:lnTo>
                  <a:close/>
                </a:path>
                <a:path w="377189" h="377189">
                  <a:moveTo>
                    <a:pt x="314641" y="345539"/>
                  </a:moveTo>
                  <a:lnTo>
                    <a:pt x="62310" y="345539"/>
                  </a:lnTo>
                  <a:lnTo>
                    <a:pt x="62310" y="376951"/>
                  </a:lnTo>
                  <a:lnTo>
                    <a:pt x="314641" y="376951"/>
                  </a:lnTo>
                  <a:lnTo>
                    <a:pt x="314641" y="345539"/>
                  </a:lnTo>
                  <a:close/>
                </a:path>
                <a:path w="377189" h="377189">
                  <a:moveTo>
                    <a:pt x="314641" y="0"/>
                  </a:moveTo>
                  <a:lnTo>
                    <a:pt x="314641" y="31412"/>
                  </a:lnTo>
                  <a:lnTo>
                    <a:pt x="326668" y="33840"/>
                  </a:lnTo>
                  <a:lnTo>
                    <a:pt x="336489" y="40462"/>
                  </a:lnTo>
                  <a:lnTo>
                    <a:pt x="343111" y="50283"/>
                  </a:lnTo>
                  <a:lnTo>
                    <a:pt x="345539" y="62310"/>
                  </a:lnTo>
                  <a:lnTo>
                    <a:pt x="345539" y="314641"/>
                  </a:lnTo>
                  <a:lnTo>
                    <a:pt x="343111" y="326668"/>
                  </a:lnTo>
                  <a:lnTo>
                    <a:pt x="336489" y="336489"/>
                  </a:lnTo>
                  <a:lnTo>
                    <a:pt x="326668" y="343111"/>
                  </a:lnTo>
                  <a:lnTo>
                    <a:pt x="314641" y="345539"/>
                  </a:lnTo>
                  <a:lnTo>
                    <a:pt x="314641" y="376951"/>
                  </a:lnTo>
                  <a:lnTo>
                    <a:pt x="358701" y="358701"/>
                  </a:lnTo>
                  <a:lnTo>
                    <a:pt x="376951" y="314641"/>
                  </a:lnTo>
                  <a:lnTo>
                    <a:pt x="376951" y="62310"/>
                  </a:lnTo>
                  <a:lnTo>
                    <a:pt x="372055" y="38056"/>
                  </a:lnTo>
                  <a:lnTo>
                    <a:pt x="358701" y="18250"/>
                  </a:lnTo>
                  <a:lnTo>
                    <a:pt x="338895" y="4896"/>
                  </a:lnTo>
                  <a:lnTo>
                    <a:pt x="314641" y="0"/>
                  </a:lnTo>
                  <a:close/>
                </a:path>
                <a:path w="377189" h="377189">
                  <a:moveTo>
                    <a:pt x="314641" y="0"/>
                  </a:moveTo>
                  <a:lnTo>
                    <a:pt x="62310" y="0"/>
                  </a:lnTo>
                  <a:lnTo>
                    <a:pt x="62310" y="31412"/>
                  </a:lnTo>
                  <a:lnTo>
                    <a:pt x="314641" y="31412"/>
                  </a:lnTo>
                  <a:lnTo>
                    <a:pt x="314641" y="0"/>
                  </a:lnTo>
                  <a:close/>
                </a:path>
              </a:pathLst>
            </a:custGeom>
            <a:solidFill>
              <a:srgbClr val="38B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942379" y="1800992"/>
            <a:ext cx="419100" cy="41910"/>
          </a:xfrm>
          <a:custGeom>
            <a:avLst/>
            <a:gdLst/>
            <a:ahLst/>
            <a:cxnLst/>
            <a:rect l="l" t="t" r="r" b="b"/>
            <a:pathLst>
              <a:path w="419100" h="41910">
                <a:moveTo>
                  <a:pt x="418835" y="0"/>
                </a:moveTo>
                <a:lnTo>
                  <a:pt x="0" y="0"/>
                </a:lnTo>
                <a:lnTo>
                  <a:pt x="0" y="41883"/>
                </a:lnTo>
                <a:lnTo>
                  <a:pt x="418835" y="41883"/>
                </a:lnTo>
                <a:lnTo>
                  <a:pt x="418835" y="0"/>
                </a:lnTo>
                <a:close/>
              </a:path>
            </a:pathLst>
          </a:custGeom>
          <a:solidFill>
            <a:srgbClr val="38BDF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5358" y="2987221"/>
            <a:ext cx="93256" cy="9325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322651" y="2842792"/>
            <a:ext cx="960119" cy="344170"/>
          </a:xfrm>
          <a:custGeom>
            <a:avLst/>
            <a:gdLst/>
            <a:ahLst/>
            <a:cxnLst/>
            <a:rect l="l" t="t" r="r" b="b"/>
            <a:pathLst>
              <a:path w="960120" h="344169">
                <a:moveTo>
                  <a:pt x="282923" y="0"/>
                </a:moveTo>
                <a:lnTo>
                  <a:pt x="223553" y="0"/>
                </a:lnTo>
                <a:lnTo>
                  <a:pt x="223553" y="174811"/>
                </a:lnTo>
                <a:lnTo>
                  <a:pt x="282923" y="174811"/>
                </a:lnTo>
                <a:lnTo>
                  <a:pt x="282923" y="0"/>
                </a:lnTo>
                <a:close/>
              </a:path>
              <a:path w="960120" h="344169">
                <a:moveTo>
                  <a:pt x="282923" y="186905"/>
                </a:moveTo>
                <a:lnTo>
                  <a:pt x="45443" y="186905"/>
                </a:lnTo>
                <a:lnTo>
                  <a:pt x="45443" y="231615"/>
                </a:lnTo>
                <a:lnTo>
                  <a:pt x="224286" y="231615"/>
                </a:lnTo>
                <a:lnTo>
                  <a:pt x="224286" y="243343"/>
                </a:lnTo>
                <a:lnTo>
                  <a:pt x="45810" y="243343"/>
                </a:lnTo>
                <a:lnTo>
                  <a:pt x="45810" y="342293"/>
                </a:lnTo>
                <a:lnTo>
                  <a:pt x="290619" y="342293"/>
                </a:lnTo>
                <a:lnTo>
                  <a:pt x="290619" y="321037"/>
                </a:lnTo>
                <a:lnTo>
                  <a:pt x="104447" y="321037"/>
                </a:lnTo>
                <a:lnTo>
                  <a:pt x="104447" y="285122"/>
                </a:lnTo>
                <a:lnTo>
                  <a:pt x="282923" y="285122"/>
                </a:lnTo>
                <a:lnTo>
                  <a:pt x="282923" y="186905"/>
                </a:lnTo>
                <a:close/>
              </a:path>
              <a:path w="960120" h="344169">
                <a:moveTo>
                  <a:pt x="290619" y="296849"/>
                </a:moveTo>
                <a:lnTo>
                  <a:pt x="104447" y="296849"/>
                </a:lnTo>
                <a:lnTo>
                  <a:pt x="104447" y="321037"/>
                </a:lnTo>
                <a:lnTo>
                  <a:pt x="290619" y="321037"/>
                </a:lnTo>
                <a:lnTo>
                  <a:pt x="290619" y="296849"/>
                </a:lnTo>
                <a:close/>
              </a:path>
              <a:path w="960120" h="344169">
                <a:moveTo>
                  <a:pt x="31883" y="125702"/>
                </a:moveTo>
                <a:lnTo>
                  <a:pt x="0" y="125702"/>
                </a:lnTo>
                <a:lnTo>
                  <a:pt x="5112" y="168649"/>
                </a:lnTo>
                <a:lnTo>
                  <a:pt x="5224" y="169589"/>
                </a:lnTo>
                <a:lnTo>
                  <a:pt x="5309" y="170299"/>
                </a:lnTo>
                <a:lnTo>
                  <a:pt x="5407" y="171123"/>
                </a:lnTo>
                <a:lnTo>
                  <a:pt x="5497" y="171879"/>
                </a:lnTo>
                <a:lnTo>
                  <a:pt x="68898" y="170780"/>
                </a:lnTo>
                <a:lnTo>
                  <a:pt x="120847" y="168649"/>
                </a:lnTo>
                <a:lnTo>
                  <a:pt x="173620" y="163817"/>
                </a:lnTo>
                <a:lnTo>
                  <a:pt x="207794" y="158686"/>
                </a:lnTo>
                <a:lnTo>
                  <a:pt x="207151" y="149524"/>
                </a:lnTo>
                <a:lnTo>
                  <a:pt x="31883" y="149524"/>
                </a:lnTo>
                <a:lnTo>
                  <a:pt x="31883" y="125702"/>
                </a:lnTo>
                <a:close/>
              </a:path>
              <a:path w="960120" h="344169">
                <a:moveTo>
                  <a:pt x="88321" y="39579"/>
                </a:moveTo>
                <a:lnTo>
                  <a:pt x="31883" y="39579"/>
                </a:lnTo>
                <a:lnTo>
                  <a:pt x="31883" y="149524"/>
                </a:lnTo>
                <a:lnTo>
                  <a:pt x="88321" y="149524"/>
                </a:lnTo>
                <a:lnTo>
                  <a:pt x="88321" y="125702"/>
                </a:lnTo>
                <a:lnTo>
                  <a:pt x="17811" y="125702"/>
                </a:lnTo>
                <a:lnTo>
                  <a:pt x="64500" y="125336"/>
                </a:lnTo>
                <a:lnTo>
                  <a:pt x="88321" y="124701"/>
                </a:lnTo>
                <a:lnTo>
                  <a:pt x="88321" y="39579"/>
                </a:lnTo>
                <a:close/>
              </a:path>
              <a:path w="960120" h="344169">
                <a:moveTo>
                  <a:pt x="113609" y="123781"/>
                </a:moveTo>
                <a:lnTo>
                  <a:pt x="88321" y="124701"/>
                </a:lnTo>
                <a:lnTo>
                  <a:pt x="88321" y="149524"/>
                </a:lnTo>
                <a:lnTo>
                  <a:pt x="113609" y="149524"/>
                </a:lnTo>
                <a:lnTo>
                  <a:pt x="113609" y="123781"/>
                </a:lnTo>
                <a:close/>
              </a:path>
              <a:path w="960120" h="344169">
                <a:moveTo>
                  <a:pt x="170413" y="120437"/>
                </a:moveTo>
                <a:lnTo>
                  <a:pt x="153532" y="121717"/>
                </a:lnTo>
                <a:lnTo>
                  <a:pt x="135597" y="122771"/>
                </a:lnTo>
                <a:lnTo>
                  <a:pt x="113609" y="123781"/>
                </a:lnTo>
                <a:lnTo>
                  <a:pt x="113609" y="149524"/>
                </a:lnTo>
                <a:lnTo>
                  <a:pt x="170413" y="149524"/>
                </a:lnTo>
                <a:lnTo>
                  <a:pt x="170413" y="120437"/>
                </a:lnTo>
                <a:close/>
              </a:path>
              <a:path w="960120" h="344169">
                <a:moveTo>
                  <a:pt x="204862" y="116907"/>
                </a:moveTo>
                <a:lnTo>
                  <a:pt x="188165" y="118785"/>
                </a:lnTo>
                <a:lnTo>
                  <a:pt x="170413" y="120437"/>
                </a:lnTo>
                <a:lnTo>
                  <a:pt x="170413" y="149524"/>
                </a:lnTo>
                <a:lnTo>
                  <a:pt x="207151" y="149524"/>
                </a:lnTo>
                <a:lnTo>
                  <a:pt x="204862" y="116907"/>
                </a:lnTo>
                <a:close/>
              </a:path>
              <a:path w="960120" h="344169">
                <a:moveTo>
                  <a:pt x="88321" y="124701"/>
                </a:moveTo>
                <a:lnTo>
                  <a:pt x="64500" y="125336"/>
                </a:lnTo>
                <a:lnTo>
                  <a:pt x="17811" y="125702"/>
                </a:lnTo>
                <a:lnTo>
                  <a:pt x="88321" y="125702"/>
                </a:lnTo>
                <a:lnTo>
                  <a:pt x="88321" y="124701"/>
                </a:lnTo>
                <a:close/>
              </a:path>
              <a:path w="960120" h="344169">
                <a:moveTo>
                  <a:pt x="170413" y="39579"/>
                </a:moveTo>
                <a:lnTo>
                  <a:pt x="113609" y="39579"/>
                </a:lnTo>
                <a:lnTo>
                  <a:pt x="113609" y="123781"/>
                </a:lnTo>
                <a:lnTo>
                  <a:pt x="135597" y="122771"/>
                </a:lnTo>
                <a:lnTo>
                  <a:pt x="153532" y="121717"/>
                </a:lnTo>
                <a:lnTo>
                  <a:pt x="170413" y="120437"/>
                </a:lnTo>
                <a:lnTo>
                  <a:pt x="170413" y="39579"/>
                </a:lnTo>
                <a:close/>
              </a:path>
              <a:path w="960120" h="344169">
                <a:moveTo>
                  <a:pt x="193868" y="19057"/>
                </a:moveTo>
                <a:lnTo>
                  <a:pt x="8429" y="19057"/>
                </a:lnTo>
                <a:lnTo>
                  <a:pt x="8429" y="64134"/>
                </a:lnTo>
                <a:lnTo>
                  <a:pt x="31883" y="64134"/>
                </a:lnTo>
                <a:lnTo>
                  <a:pt x="31883" y="39579"/>
                </a:lnTo>
                <a:lnTo>
                  <a:pt x="193868" y="39579"/>
                </a:lnTo>
                <a:lnTo>
                  <a:pt x="193868" y="19057"/>
                </a:lnTo>
                <a:close/>
              </a:path>
              <a:path w="960120" h="344169">
                <a:moveTo>
                  <a:pt x="113609" y="39579"/>
                </a:moveTo>
                <a:lnTo>
                  <a:pt x="88321" y="39579"/>
                </a:lnTo>
                <a:lnTo>
                  <a:pt x="88321" y="64134"/>
                </a:lnTo>
                <a:lnTo>
                  <a:pt x="113609" y="64134"/>
                </a:lnTo>
                <a:lnTo>
                  <a:pt x="113609" y="39579"/>
                </a:lnTo>
                <a:close/>
              </a:path>
              <a:path w="960120" h="344169">
                <a:moveTo>
                  <a:pt x="193868" y="39579"/>
                </a:moveTo>
                <a:lnTo>
                  <a:pt x="170413" y="39579"/>
                </a:lnTo>
                <a:lnTo>
                  <a:pt x="170413" y="64134"/>
                </a:lnTo>
                <a:lnTo>
                  <a:pt x="193868" y="64134"/>
                </a:lnTo>
                <a:lnTo>
                  <a:pt x="193868" y="39579"/>
                </a:lnTo>
                <a:close/>
              </a:path>
              <a:path w="960120" h="344169">
                <a:moveTo>
                  <a:pt x="395404" y="258369"/>
                </a:moveTo>
                <a:lnTo>
                  <a:pt x="331270" y="258369"/>
                </a:lnTo>
                <a:lnTo>
                  <a:pt x="331270" y="306011"/>
                </a:lnTo>
                <a:lnTo>
                  <a:pt x="642412" y="306011"/>
                </a:lnTo>
                <a:lnTo>
                  <a:pt x="642412" y="266065"/>
                </a:lnTo>
                <a:lnTo>
                  <a:pt x="395404" y="266065"/>
                </a:lnTo>
                <a:lnTo>
                  <a:pt x="395404" y="258369"/>
                </a:lnTo>
                <a:close/>
              </a:path>
              <a:path w="960120" h="344169">
                <a:moveTo>
                  <a:pt x="395404" y="178207"/>
                </a:moveTo>
                <a:lnTo>
                  <a:pt x="395404" y="266065"/>
                </a:lnTo>
                <a:lnTo>
                  <a:pt x="454407" y="266065"/>
                </a:lnTo>
                <a:lnTo>
                  <a:pt x="454407" y="200140"/>
                </a:lnTo>
                <a:lnTo>
                  <a:pt x="451201" y="199732"/>
                </a:lnTo>
                <a:lnTo>
                  <a:pt x="434915" y="196067"/>
                </a:lnTo>
                <a:lnTo>
                  <a:pt x="419592" y="190936"/>
                </a:lnTo>
                <a:lnTo>
                  <a:pt x="405688" y="184500"/>
                </a:lnTo>
                <a:lnTo>
                  <a:pt x="395404" y="178207"/>
                </a:lnTo>
                <a:close/>
              </a:path>
              <a:path w="960120" h="344169">
                <a:moveTo>
                  <a:pt x="518908" y="258369"/>
                </a:moveTo>
                <a:lnTo>
                  <a:pt x="454407" y="258369"/>
                </a:lnTo>
                <a:lnTo>
                  <a:pt x="454407" y="266065"/>
                </a:lnTo>
                <a:lnTo>
                  <a:pt x="518908" y="266065"/>
                </a:lnTo>
                <a:lnTo>
                  <a:pt x="518908" y="258369"/>
                </a:lnTo>
                <a:close/>
              </a:path>
              <a:path w="960120" h="344169">
                <a:moveTo>
                  <a:pt x="577911" y="178207"/>
                </a:moveTo>
                <a:lnTo>
                  <a:pt x="577720" y="178207"/>
                </a:lnTo>
                <a:lnTo>
                  <a:pt x="567398" y="184500"/>
                </a:lnTo>
                <a:lnTo>
                  <a:pt x="553357" y="190936"/>
                </a:lnTo>
                <a:lnTo>
                  <a:pt x="538194" y="196067"/>
                </a:lnTo>
                <a:lnTo>
                  <a:pt x="522023" y="199732"/>
                </a:lnTo>
                <a:lnTo>
                  <a:pt x="518908" y="200140"/>
                </a:lnTo>
                <a:lnTo>
                  <a:pt x="518908" y="266065"/>
                </a:lnTo>
                <a:lnTo>
                  <a:pt x="577911" y="266065"/>
                </a:lnTo>
                <a:lnTo>
                  <a:pt x="577911" y="178207"/>
                </a:lnTo>
                <a:close/>
              </a:path>
              <a:path w="960120" h="344169">
                <a:moveTo>
                  <a:pt x="642412" y="258369"/>
                </a:moveTo>
                <a:lnTo>
                  <a:pt x="577911" y="258369"/>
                </a:lnTo>
                <a:lnTo>
                  <a:pt x="577911" y="266065"/>
                </a:lnTo>
                <a:lnTo>
                  <a:pt x="642412" y="266065"/>
                </a:lnTo>
                <a:lnTo>
                  <a:pt x="642412" y="258369"/>
                </a:lnTo>
                <a:close/>
              </a:path>
              <a:path w="960120" h="344169">
                <a:moveTo>
                  <a:pt x="518908" y="172979"/>
                </a:moveTo>
                <a:lnTo>
                  <a:pt x="454407" y="172979"/>
                </a:lnTo>
                <a:lnTo>
                  <a:pt x="454407" y="200140"/>
                </a:lnTo>
                <a:lnTo>
                  <a:pt x="468448" y="201931"/>
                </a:lnTo>
                <a:lnTo>
                  <a:pt x="486658" y="202663"/>
                </a:lnTo>
                <a:lnTo>
                  <a:pt x="504844" y="201931"/>
                </a:lnTo>
                <a:lnTo>
                  <a:pt x="518829" y="200140"/>
                </a:lnTo>
                <a:lnTo>
                  <a:pt x="518908" y="172979"/>
                </a:lnTo>
                <a:close/>
              </a:path>
              <a:path w="960120" h="344169">
                <a:moveTo>
                  <a:pt x="454407" y="172979"/>
                </a:moveTo>
                <a:lnTo>
                  <a:pt x="395404" y="172979"/>
                </a:lnTo>
                <a:lnTo>
                  <a:pt x="395404" y="178207"/>
                </a:lnTo>
                <a:lnTo>
                  <a:pt x="434915" y="196067"/>
                </a:lnTo>
                <a:lnTo>
                  <a:pt x="454407" y="200140"/>
                </a:lnTo>
                <a:lnTo>
                  <a:pt x="454407" y="172979"/>
                </a:lnTo>
                <a:close/>
              </a:path>
              <a:path w="960120" h="344169">
                <a:moveTo>
                  <a:pt x="577911" y="172979"/>
                </a:moveTo>
                <a:lnTo>
                  <a:pt x="518908" y="172979"/>
                </a:lnTo>
                <a:lnTo>
                  <a:pt x="518908" y="200140"/>
                </a:lnTo>
                <a:lnTo>
                  <a:pt x="567398" y="184500"/>
                </a:lnTo>
                <a:lnTo>
                  <a:pt x="577720" y="178207"/>
                </a:lnTo>
                <a:lnTo>
                  <a:pt x="577911" y="178207"/>
                </a:lnTo>
                <a:lnTo>
                  <a:pt x="577911" y="172979"/>
                </a:lnTo>
                <a:close/>
              </a:path>
              <a:path w="960120" h="344169">
                <a:moveTo>
                  <a:pt x="486658" y="13926"/>
                </a:moveTo>
                <a:lnTo>
                  <a:pt x="434915" y="20522"/>
                </a:lnTo>
                <a:lnTo>
                  <a:pt x="393297" y="39763"/>
                </a:lnTo>
                <a:lnTo>
                  <a:pt x="365673" y="69585"/>
                </a:lnTo>
                <a:lnTo>
                  <a:pt x="356190" y="108478"/>
                </a:lnTo>
                <a:lnTo>
                  <a:pt x="357244" y="122313"/>
                </a:lnTo>
                <a:lnTo>
                  <a:pt x="373049" y="158319"/>
                </a:lnTo>
                <a:lnTo>
                  <a:pt x="395404" y="178207"/>
                </a:lnTo>
                <a:lnTo>
                  <a:pt x="395404" y="172979"/>
                </a:lnTo>
                <a:lnTo>
                  <a:pt x="584726" y="172979"/>
                </a:lnTo>
                <a:lnTo>
                  <a:pt x="590670" y="168191"/>
                </a:lnTo>
                <a:lnTo>
                  <a:pt x="599900" y="158319"/>
                </a:lnTo>
                <a:lnTo>
                  <a:pt x="600648" y="157220"/>
                </a:lnTo>
                <a:lnTo>
                  <a:pt x="486658" y="157220"/>
                </a:lnTo>
                <a:lnTo>
                  <a:pt x="476030" y="156876"/>
                </a:lnTo>
                <a:lnTo>
                  <a:pt x="434251" y="144668"/>
                </a:lnTo>
                <a:lnTo>
                  <a:pt x="414827" y="108478"/>
                </a:lnTo>
                <a:lnTo>
                  <a:pt x="415377" y="100759"/>
                </a:lnTo>
                <a:lnTo>
                  <a:pt x="440939" y="68325"/>
                </a:lnTo>
                <a:lnTo>
                  <a:pt x="486658" y="59736"/>
                </a:lnTo>
                <a:lnTo>
                  <a:pt x="600657" y="59736"/>
                </a:lnTo>
                <a:lnTo>
                  <a:pt x="599900" y="58636"/>
                </a:lnTo>
                <a:lnTo>
                  <a:pt x="567398" y="32112"/>
                </a:lnTo>
                <a:lnTo>
                  <a:pt x="522023" y="16858"/>
                </a:lnTo>
                <a:lnTo>
                  <a:pt x="504844" y="14659"/>
                </a:lnTo>
                <a:lnTo>
                  <a:pt x="486658" y="13926"/>
                </a:lnTo>
                <a:close/>
              </a:path>
              <a:path w="960120" h="344169">
                <a:moveTo>
                  <a:pt x="584726" y="172979"/>
                </a:moveTo>
                <a:lnTo>
                  <a:pt x="577911" y="172979"/>
                </a:lnTo>
                <a:lnTo>
                  <a:pt x="577911" y="178207"/>
                </a:lnTo>
                <a:lnTo>
                  <a:pt x="577720" y="178207"/>
                </a:lnTo>
                <a:lnTo>
                  <a:pt x="579835" y="176918"/>
                </a:lnTo>
                <a:lnTo>
                  <a:pt x="584726" y="172979"/>
                </a:lnTo>
                <a:close/>
              </a:path>
              <a:path w="960120" h="344169">
                <a:moveTo>
                  <a:pt x="600657" y="59736"/>
                </a:moveTo>
                <a:lnTo>
                  <a:pt x="486658" y="59736"/>
                </a:lnTo>
                <a:lnTo>
                  <a:pt x="497286" y="60079"/>
                </a:lnTo>
                <a:lnTo>
                  <a:pt x="507181" y="61110"/>
                </a:lnTo>
                <a:lnTo>
                  <a:pt x="544836" y="76571"/>
                </a:lnTo>
                <a:lnTo>
                  <a:pt x="558488" y="108478"/>
                </a:lnTo>
                <a:lnTo>
                  <a:pt x="557938" y="116059"/>
                </a:lnTo>
                <a:lnTo>
                  <a:pt x="532376" y="148493"/>
                </a:lnTo>
                <a:lnTo>
                  <a:pt x="486658" y="157220"/>
                </a:lnTo>
                <a:lnTo>
                  <a:pt x="600648" y="157220"/>
                </a:lnTo>
                <a:lnTo>
                  <a:pt x="607436" y="147233"/>
                </a:lnTo>
                <a:lnTo>
                  <a:pt x="612819" y="135231"/>
                </a:lnTo>
                <a:lnTo>
                  <a:pt x="616048" y="122313"/>
                </a:lnTo>
                <a:lnTo>
                  <a:pt x="617125" y="108478"/>
                </a:lnTo>
                <a:lnTo>
                  <a:pt x="616048" y="94506"/>
                </a:lnTo>
                <a:lnTo>
                  <a:pt x="612864" y="81725"/>
                </a:lnTo>
                <a:lnTo>
                  <a:pt x="612819" y="81542"/>
                </a:lnTo>
                <a:lnTo>
                  <a:pt x="607436" y="69585"/>
                </a:lnTo>
                <a:lnTo>
                  <a:pt x="600657" y="59736"/>
                </a:lnTo>
                <a:close/>
              </a:path>
              <a:path w="960120" h="344169">
                <a:moveTo>
                  <a:pt x="757092" y="16858"/>
                </a:moveTo>
                <a:lnTo>
                  <a:pt x="744265" y="16858"/>
                </a:lnTo>
                <a:lnTo>
                  <a:pt x="744265" y="45077"/>
                </a:lnTo>
                <a:lnTo>
                  <a:pt x="743933" y="53048"/>
                </a:lnTo>
                <a:lnTo>
                  <a:pt x="732629" y="99614"/>
                </a:lnTo>
                <a:lnTo>
                  <a:pt x="702532" y="136399"/>
                </a:lnTo>
                <a:lnTo>
                  <a:pt x="663639" y="155021"/>
                </a:lnTo>
                <a:lnTo>
                  <a:pt x="694424" y="202297"/>
                </a:lnTo>
                <a:lnTo>
                  <a:pt x="740600" y="178109"/>
                </a:lnTo>
                <a:lnTo>
                  <a:pt x="770927" y="141370"/>
                </a:lnTo>
                <a:lnTo>
                  <a:pt x="775530" y="131997"/>
                </a:lnTo>
                <a:lnTo>
                  <a:pt x="770510" y="121305"/>
                </a:lnTo>
                <a:lnTo>
                  <a:pt x="770446" y="121167"/>
                </a:lnTo>
                <a:lnTo>
                  <a:pt x="765521" y="106645"/>
                </a:lnTo>
                <a:lnTo>
                  <a:pt x="761833" y="91345"/>
                </a:lnTo>
                <a:lnTo>
                  <a:pt x="759199" y="75495"/>
                </a:lnTo>
                <a:lnTo>
                  <a:pt x="757619" y="59095"/>
                </a:lnTo>
                <a:lnTo>
                  <a:pt x="757183" y="45077"/>
                </a:lnTo>
                <a:lnTo>
                  <a:pt x="757092" y="16858"/>
                </a:lnTo>
                <a:close/>
              </a:path>
              <a:path w="960120" h="344169">
                <a:moveTo>
                  <a:pt x="958657" y="0"/>
                </a:moveTo>
                <a:lnTo>
                  <a:pt x="899287" y="0"/>
                </a:lnTo>
                <a:lnTo>
                  <a:pt x="899287" y="200098"/>
                </a:lnTo>
                <a:lnTo>
                  <a:pt x="958657" y="200098"/>
                </a:lnTo>
                <a:lnTo>
                  <a:pt x="958657" y="104447"/>
                </a:lnTo>
                <a:lnTo>
                  <a:pt x="906983" y="104447"/>
                </a:lnTo>
                <a:lnTo>
                  <a:pt x="906983" y="56804"/>
                </a:lnTo>
                <a:lnTo>
                  <a:pt x="958657" y="56804"/>
                </a:lnTo>
                <a:lnTo>
                  <a:pt x="958657" y="0"/>
                </a:lnTo>
                <a:close/>
              </a:path>
              <a:path w="960120" h="344169">
                <a:moveTo>
                  <a:pt x="804734" y="16858"/>
                </a:moveTo>
                <a:lnTo>
                  <a:pt x="793374" y="16858"/>
                </a:lnTo>
                <a:lnTo>
                  <a:pt x="793374" y="45077"/>
                </a:lnTo>
                <a:lnTo>
                  <a:pt x="793090" y="53048"/>
                </a:lnTo>
                <a:lnTo>
                  <a:pt x="792982" y="56071"/>
                </a:lnTo>
                <a:lnTo>
                  <a:pt x="792874" y="59095"/>
                </a:lnTo>
                <a:lnTo>
                  <a:pt x="792755" y="62439"/>
                </a:lnTo>
                <a:lnTo>
                  <a:pt x="790900" y="79343"/>
                </a:lnTo>
                <a:lnTo>
                  <a:pt x="787808" y="95788"/>
                </a:lnTo>
                <a:lnTo>
                  <a:pt x="783479" y="111776"/>
                </a:lnTo>
                <a:lnTo>
                  <a:pt x="777958" y="127054"/>
                </a:lnTo>
                <a:lnTo>
                  <a:pt x="775530" y="131997"/>
                </a:lnTo>
                <a:lnTo>
                  <a:pt x="776790" y="134681"/>
                </a:lnTo>
                <a:lnTo>
                  <a:pt x="804666" y="169016"/>
                </a:lnTo>
                <a:lnTo>
                  <a:pt x="847613" y="192036"/>
                </a:lnTo>
                <a:lnTo>
                  <a:pt x="877664" y="145859"/>
                </a:lnTo>
                <a:lnTo>
                  <a:pt x="864311" y="141026"/>
                </a:lnTo>
                <a:lnTo>
                  <a:pt x="852469" y="135323"/>
                </a:lnTo>
                <a:lnTo>
                  <a:pt x="819852" y="104080"/>
                </a:lnTo>
                <a:lnTo>
                  <a:pt x="806292" y="63767"/>
                </a:lnTo>
                <a:lnTo>
                  <a:pt x="804839" y="45077"/>
                </a:lnTo>
                <a:lnTo>
                  <a:pt x="804734" y="16858"/>
                </a:lnTo>
                <a:close/>
              </a:path>
              <a:path w="960120" h="344169">
                <a:moveTo>
                  <a:pt x="793374" y="16858"/>
                </a:moveTo>
                <a:lnTo>
                  <a:pt x="757092" y="16858"/>
                </a:lnTo>
                <a:lnTo>
                  <a:pt x="757183" y="45077"/>
                </a:lnTo>
                <a:lnTo>
                  <a:pt x="761833" y="91345"/>
                </a:lnTo>
                <a:lnTo>
                  <a:pt x="775530" y="131997"/>
                </a:lnTo>
                <a:lnTo>
                  <a:pt x="777958" y="127054"/>
                </a:lnTo>
                <a:lnTo>
                  <a:pt x="790900" y="79343"/>
                </a:lnTo>
                <a:lnTo>
                  <a:pt x="793374" y="45077"/>
                </a:lnTo>
                <a:lnTo>
                  <a:pt x="793374" y="16858"/>
                </a:lnTo>
                <a:close/>
              </a:path>
              <a:path w="960120" h="344169">
                <a:moveTo>
                  <a:pt x="899287" y="56804"/>
                </a:moveTo>
                <a:lnTo>
                  <a:pt x="843215" y="56804"/>
                </a:lnTo>
                <a:lnTo>
                  <a:pt x="843215" y="104447"/>
                </a:lnTo>
                <a:lnTo>
                  <a:pt x="899287" y="104447"/>
                </a:lnTo>
                <a:lnTo>
                  <a:pt x="899287" y="56804"/>
                </a:lnTo>
                <a:close/>
              </a:path>
              <a:path w="960120" h="344169">
                <a:moveTo>
                  <a:pt x="958657" y="56804"/>
                </a:moveTo>
                <a:lnTo>
                  <a:pt x="906983" y="56804"/>
                </a:lnTo>
                <a:lnTo>
                  <a:pt x="906983" y="104447"/>
                </a:lnTo>
                <a:lnTo>
                  <a:pt x="958657" y="104447"/>
                </a:lnTo>
                <a:lnTo>
                  <a:pt x="958657" y="56804"/>
                </a:lnTo>
                <a:close/>
              </a:path>
              <a:path w="960120" h="344169">
                <a:moveTo>
                  <a:pt x="840283" y="208161"/>
                </a:moveTo>
                <a:lnTo>
                  <a:pt x="790717" y="212650"/>
                </a:lnTo>
                <a:lnTo>
                  <a:pt x="752694" y="226118"/>
                </a:lnTo>
                <a:lnTo>
                  <a:pt x="722803" y="260888"/>
                </a:lnTo>
                <a:lnTo>
                  <a:pt x="720810" y="275960"/>
                </a:lnTo>
                <a:lnTo>
                  <a:pt x="722803" y="291192"/>
                </a:lnTo>
                <a:lnTo>
                  <a:pt x="752694" y="326168"/>
                </a:lnTo>
                <a:lnTo>
                  <a:pt x="790717" y="339636"/>
                </a:lnTo>
                <a:lnTo>
                  <a:pt x="840283" y="344125"/>
                </a:lnTo>
                <a:lnTo>
                  <a:pt x="866487" y="343003"/>
                </a:lnTo>
                <a:lnTo>
                  <a:pt x="910098" y="334024"/>
                </a:lnTo>
                <a:lnTo>
                  <a:pt x="951693" y="304637"/>
                </a:lnTo>
                <a:lnTo>
                  <a:pt x="954207" y="299048"/>
                </a:lnTo>
                <a:lnTo>
                  <a:pt x="840283" y="299048"/>
                </a:lnTo>
                <a:lnTo>
                  <a:pt x="830457" y="298911"/>
                </a:lnTo>
                <a:lnTo>
                  <a:pt x="790808" y="292573"/>
                </a:lnTo>
                <a:lnTo>
                  <a:pt x="779814" y="281335"/>
                </a:lnTo>
                <a:lnTo>
                  <a:pt x="779814" y="270585"/>
                </a:lnTo>
                <a:lnTo>
                  <a:pt x="782013" y="266309"/>
                </a:lnTo>
                <a:lnTo>
                  <a:pt x="786410" y="263133"/>
                </a:lnTo>
                <a:lnTo>
                  <a:pt x="790808" y="259712"/>
                </a:lnTo>
                <a:lnTo>
                  <a:pt x="830457" y="253742"/>
                </a:lnTo>
                <a:lnTo>
                  <a:pt x="840283" y="253604"/>
                </a:lnTo>
                <a:lnTo>
                  <a:pt x="954436" y="253604"/>
                </a:lnTo>
                <a:lnTo>
                  <a:pt x="951693" y="247557"/>
                </a:lnTo>
                <a:lnTo>
                  <a:pt x="910098" y="218262"/>
                </a:lnTo>
                <a:lnTo>
                  <a:pt x="866487" y="209283"/>
                </a:lnTo>
                <a:lnTo>
                  <a:pt x="840283" y="208161"/>
                </a:lnTo>
                <a:close/>
              </a:path>
              <a:path w="960120" h="344169">
                <a:moveTo>
                  <a:pt x="954436" y="253604"/>
                </a:moveTo>
                <a:lnTo>
                  <a:pt x="840283" y="253604"/>
                </a:lnTo>
                <a:lnTo>
                  <a:pt x="850087" y="253742"/>
                </a:lnTo>
                <a:lnTo>
                  <a:pt x="858974" y="254154"/>
                </a:lnTo>
                <a:lnTo>
                  <a:pt x="894156" y="263133"/>
                </a:lnTo>
                <a:lnTo>
                  <a:pt x="898554" y="266309"/>
                </a:lnTo>
                <a:lnTo>
                  <a:pt x="900752" y="270585"/>
                </a:lnTo>
                <a:lnTo>
                  <a:pt x="900752" y="281335"/>
                </a:lnTo>
                <a:lnTo>
                  <a:pt x="858974" y="298498"/>
                </a:lnTo>
                <a:lnTo>
                  <a:pt x="840283" y="299048"/>
                </a:lnTo>
                <a:lnTo>
                  <a:pt x="954207" y="299048"/>
                </a:lnTo>
                <a:lnTo>
                  <a:pt x="957740" y="291192"/>
                </a:lnTo>
                <a:lnTo>
                  <a:pt x="959756" y="275960"/>
                </a:lnTo>
                <a:lnTo>
                  <a:pt x="957740" y="260888"/>
                </a:lnTo>
                <a:lnTo>
                  <a:pt x="954499" y="253742"/>
                </a:lnTo>
                <a:lnTo>
                  <a:pt x="954436" y="2536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5358" y="5521175"/>
            <a:ext cx="93256" cy="932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2354" y="5376380"/>
            <a:ext cx="3042644" cy="3884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8782" y="1141326"/>
            <a:ext cx="3590266" cy="54317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42379" y="1800992"/>
            <a:ext cx="419100" cy="41910"/>
          </a:xfrm>
          <a:custGeom>
            <a:avLst/>
            <a:gdLst/>
            <a:ahLst/>
            <a:cxnLst/>
            <a:rect l="l" t="t" r="r" b="b"/>
            <a:pathLst>
              <a:path w="419100" h="41910">
                <a:moveTo>
                  <a:pt x="418835" y="0"/>
                </a:moveTo>
                <a:lnTo>
                  <a:pt x="0" y="0"/>
                </a:lnTo>
                <a:lnTo>
                  <a:pt x="0" y="41883"/>
                </a:lnTo>
                <a:lnTo>
                  <a:pt x="418835" y="41883"/>
                </a:lnTo>
                <a:lnTo>
                  <a:pt x="418835" y="0"/>
                </a:lnTo>
                <a:close/>
              </a:path>
            </a:pathLst>
          </a:custGeom>
          <a:solidFill>
            <a:srgbClr val="38B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554652" y="2659604"/>
            <a:ext cx="7068184" cy="7141209"/>
          </a:xfrm>
          <a:custGeom>
            <a:avLst/>
            <a:gdLst/>
            <a:ahLst/>
            <a:cxnLst/>
            <a:rect l="l" t="t" r="r" b="b"/>
            <a:pathLst>
              <a:path w="7068184" h="7141209">
                <a:moveTo>
                  <a:pt x="6910784" y="0"/>
                </a:moveTo>
                <a:lnTo>
                  <a:pt x="157063" y="0"/>
                </a:lnTo>
                <a:lnTo>
                  <a:pt x="107419" y="8007"/>
                </a:lnTo>
                <a:lnTo>
                  <a:pt x="64303" y="30304"/>
                </a:lnTo>
                <a:lnTo>
                  <a:pt x="30304" y="64303"/>
                </a:lnTo>
                <a:lnTo>
                  <a:pt x="8007" y="107419"/>
                </a:lnTo>
                <a:lnTo>
                  <a:pt x="0" y="157063"/>
                </a:lnTo>
                <a:lnTo>
                  <a:pt x="0" y="6984080"/>
                </a:lnTo>
                <a:lnTo>
                  <a:pt x="8007" y="7033724"/>
                </a:lnTo>
                <a:lnTo>
                  <a:pt x="30304" y="7076840"/>
                </a:lnTo>
                <a:lnTo>
                  <a:pt x="64303" y="7110839"/>
                </a:lnTo>
                <a:lnTo>
                  <a:pt x="107419" y="7133136"/>
                </a:lnTo>
                <a:lnTo>
                  <a:pt x="157063" y="7141143"/>
                </a:lnTo>
                <a:lnTo>
                  <a:pt x="6910784" y="7141143"/>
                </a:lnTo>
                <a:lnTo>
                  <a:pt x="6960428" y="7133136"/>
                </a:lnTo>
                <a:lnTo>
                  <a:pt x="7003543" y="7110839"/>
                </a:lnTo>
                <a:lnTo>
                  <a:pt x="7037543" y="7076840"/>
                </a:lnTo>
                <a:lnTo>
                  <a:pt x="7059840" y="7033724"/>
                </a:lnTo>
                <a:lnTo>
                  <a:pt x="7067847" y="6984080"/>
                </a:lnTo>
                <a:lnTo>
                  <a:pt x="7067847" y="157063"/>
                </a:lnTo>
                <a:lnTo>
                  <a:pt x="7059840" y="107419"/>
                </a:lnTo>
                <a:lnTo>
                  <a:pt x="7037543" y="64303"/>
                </a:lnTo>
                <a:lnTo>
                  <a:pt x="7003544" y="30304"/>
                </a:lnTo>
                <a:lnTo>
                  <a:pt x="6960428" y="8007"/>
                </a:lnTo>
                <a:lnTo>
                  <a:pt x="6910784" y="0"/>
                </a:lnTo>
                <a:close/>
              </a:path>
            </a:pathLst>
          </a:custGeom>
          <a:solidFill>
            <a:srgbClr val="282F3A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4903" y="3746796"/>
            <a:ext cx="5545246" cy="81536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10760" y="6385145"/>
            <a:ext cx="6604603" cy="2924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89119" y="7379251"/>
            <a:ext cx="5610358" cy="33231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83988" y="8427282"/>
            <a:ext cx="6712304" cy="13223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690773" y="7486683"/>
            <a:ext cx="6806075" cy="245018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025842" y="3486804"/>
            <a:ext cx="6135938" cy="2764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5049" y="1022324"/>
            <a:ext cx="2700020" cy="537845"/>
          </a:xfrm>
          <a:custGeom>
            <a:avLst/>
            <a:gdLst/>
            <a:ahLst/>
            <a:cxnLst/>
            <a:rect l="l" t="t" r="r" b="b"/>
            <a:pathLst>
              <a:path w="2700020" h="537844">
                <a:moveTo>
                  <a:pt x="118635" y="49527"/>
                </a:moveTo>
                <a:lnTo>
                  <a:pt x="0" y="49527"/>
                </a:lnTo>
                <a:lnTo>
                  <a:pt x="0" y="109996"/>
                </a:lnTo>
                <a:lnTo>
                  <a:pt x="313288" y="109996"/>
                </a:lnTo>
                <a:lnTo>
                  <a:pt x="313288" y="84657"/>
                </a:lnTo>
                <a:lnTo>
                  <a:pt x="118635" y="84657"/>
                </a:lnTo>
                <a:lnTo>
                  <a:pt x="118635" y="49527"/>
                </a:lnTo>
                <a:close/>
              </a:path>
              <a:path w="2700020" h="537844">
                <a:moveTo>
                  <a:pt x="194653" y="0"/>
                </a:moveTo>
                <a:lnTo>
                  <a:pt x="118635" y="0"/>
                </a:lnTo>
                <a:lnTo>
                  <a:pt x="118635" y="84657"/>
                </a:lnTo>
                <a:lnTo>
                  <a:pt x="194653" y="84657"/>
                </a:lnTo>
                <a:lnTo>
                  <a:pt x="194653" y="0"/>
                </a:lnTo>
                <a:close/>
              </a:path>
              <a:path w="2700020" h="537844">
                <a:moveTo>
                  <a:pt x="313288" y="49527"/>
                </a:moveTo>
                <a:lnTo>
                  <a:pt x="194653" y="49527"/>
                </a:lnTo>
                <a:lnTo>
                  <a:pt x="194653" y="84657"/>
                </a:lnTo>
                <a:lnTo>
                  <a:pt x="313288" y="84657"/>
                </a:lnTo>
                <a:lnTo>
                  <a:pt x="313288" y="49527"/>
                </a:lnTo>
                <a:close/>
              </a:path>
              <a:path w="2700020" h="537844">
                <a:moveTo>
                  <a:pt x="156644" y="126697"/>
                </a:moveTo>
                <a:lnTo>
                  <a:pt x="104165" y="133824"/>
                </a:lnTo>
                <a:lnTo>
                  <a:pt x="62053" y="154340"/>
                </a:lnTo>
                <a:lnTo>
                  <a:pt x="34733" y="185367"/>
                </a:lnTo>
                <a:lnTo>
                  <a:pt x="25339" y="225752"/>
                </a:lnTo>
                <a:lnTo>
                  <a:pt x="26383" y="239753"/>
                </a:lnTo>
                <a:lnTo>
                  <a:pt x="42040" y="277007"/>
                </a:lnTo>
                <a:lnTo>
                  <a:pt x="74542" y="304650"/>
                </a:lnTo>
                <a:lnTo>
                  <a:pt x="120650" y="320631"/>
                </a:lnTo>
                <a:lnTo>
                  <a:pt x="156644" y="323655"/>
                </a:lnTo>
                <a:lnTo>
                  <a:pt x="175361" y="322899"/>
                </a:lnTo>
                <a:lnTo>
                  <a:pt x="224600" y="311561"/>
                </a:lnTo>
                <a:lnTo>
                  <a:pt x="262069" y="287373"/>
                </a:lnTo>
                <a:lnTo>
                  <a:pt x="278125" y="266065"/>
                </a:lnTo>
                <a:lnTo>
                  <a:pt x="156644" y="266065"/>
                </a:lnTo>
                <a:lnTo>
                  <a:pt x="144550" y="265417"/>
                </a:lnTo>
                <a:lnTo>
                  <a:pt x="108124" y="249940"/>
                </a:lnTo>
                <a:lnTo>
                  <a:pt x="99054" y="225752"/>
                </a:lnTo>
                <a:lnTo>
                  <a:pt x="100062" y="216069"/>
                </a:lnTo>
                <a:lnTo>
                  <a:pt x="133608" y="187455"/>
                </a:lnTo>
                <a:lnTo>
                  <a:pt x="156644" y="184863"/>
                </a:lnTo>
                <a:lnTo>
                  <a:pt x="278233" y="184863"/>
                </a:lnTo>
                <a:lnTo>
                  <a:pt x="271248" y="173921"/>
                </a:lnTo>
                <a:lnTo>
                  <a:pt x="238746" y="146278"/>
                </a:lnTo>
                <a:lnTo>
                  <a:pt x="192926" y="129865"/>
                </a:lnTo>
                <a:lnTo>
                  <a:pt x="175361" y="127489"/>
                </a:lnTo>
                <a:lnTo>
                  <a:pt x="156644" y="126697"/>
                </a:lnTo>
                <a:close/>
              </a:path>
              <a:path w="2700020" h="537844">
                <a:moveTo>
                  <a:pt x="278233" y="184863"/>
                </a:moveTo>
                <a:lnTo>
                  <a:pt x="156644" y="184863"/>
                </a:lnTo>
                <a:lnTo>
                  <a:pt x="168954" y="185511"/>
                </a:lnTo>
                <a:lnTo>
                  <a:pt x="179968" y="187455"/>
                </a:lnTo>
                <a:lnTo>
                  <a:pt x="213226" y="216069"/>
                </a:lnTo>
                <a:lnTo>
                  <a:pt x="214234" y="225752"/>
                </a:lnTo>
                <a:lnTo>
                  <a:pt x="213226" y="234966"/>
                </a:lnTo>
                <a:lnTo>
                  <a:pt x="179968" y="263473"/>
                </a:lnTo>
                <a:lnTo>
                  <a:pt x="156644" y="266065"/>
                </a:lnTo>
                <a:lnTo>
                  <a:pt x="278125" y="266065"/>
                </a:lnTo>
                <a:lnTo>
                  <a:pt x="278532" y="265417"/>
                </a:lnTo>
                <a:lnTo>
                  <a:pt x="283774" y="252963"/>
                </a:lnTo>
                <a:lnTo>
                  <a:pt x="286905" y="239753"/>
                </a:lnTo>
                <a:lnTo>
                  <a:pt x="287949" y="225752"/>
                </a:lnTo>
                <a:lnTo>
                  <a:pt x="286905" y="211282"/>
                </a:lnTo>
                <a:lnTo>
                  <a:pt x="283774" y="197821"/>
                </a:lnTo>
                <a:lnTo>
                  <a:pt x="278615" y="185511"/>
                </a:lnTo>
                <a:lnTo>
                  <a:pt x="278555" y="185367"/>
                </a:lnTo>
                <a:lnTo>
                  <a:pt x="278233" y="184863"/>
                </a:lnTo>
                <a:close/>
              </a:path>
              <a:path w="2700020" h="537844">
                <a:moveTo>
                  <a:pt x="419254" y="3455"/>
                </a:moveTo>
                <a:lnTo>
                  <a:pt x="342659" y="3455"/>
                </a:lnTo>
                <a:lnTo>
                  <a:pt x="342659" y="337476"/>
                </a:lnTo>
                <a:lnTo>
                  <a:pt x="419254" y="337476"/>
                </a:lnTo>
                <a:lnTo>
                  <a:pt x="419254" y="203292"/>
                </a:lnTo>
                <a:lnTo>
                  <a:pt x="398521" y="203292"/>
                </a:lnTo>
                <a:lnTo>
                  <a:pt x="398521" y="140519"/>
                </a:lnTo>
                <a:lnTo>
                  <a:pt x="419254" y="140519"/>
                </a:lnTo>
                <a:lnTo>
                  <a:pt x="419254" y="3455"/>
                </a:lnTo>
                <a:close/>
              </a:path>
              <a:path w="2700020" h="537844">
                <a:moveTo>
                  <a:pt x="419254" y="140519"/>
                </a:moveTo>
                <a:lnTo>
                  <a:pt x="398521" y="140519"/>
                </a:lnTo>
                <a:lnTo>
                  <a:pt x="398521" y="203292"/>
                </a:lnTo>
                <a:lnTo>
                  <a:pt x="419254" y="203292"/>
                </a:lnTo>
                <a:lnTo>
                  <a:pt x="419254" y="140519"/>
                </a:lnTo>
                <a:close/>
              </a:path>
              <a:path w="2700020" h="537844">
                <a:moveTo>
                  <a:pt x="490089" y="140519"/>
                </a:moveTo>
                <a:lnTo>
                  <a:pt x="419254" y="140519"/>
                </a:lnTo>
                <a:lnTo>
                  <a:pt x="419254" y="203292"/>
                </a:lnTo>
                <a:lnTo>
                  <a:pt x="490089" y="203292"/>
                </a:lnTo>
                <a:lnTo>
                  <a:pt x="490089" y="140519"/>
                </a:lnTo>
                <a:close/>
              </a:path>
              <a:path w="2700020" h="537844">
                <a:moveTo>
                  <a:pt x="419254" y="359936"/>
                </a:moveTo>
                <a:lnTo>
                  <a:pt x="63348" y="359936"/>
                </a:lnTo>
                <a:lnTo>
                  <a:pt x="63348" y="420406"/>
                </a:lnTo>
                <a:lnTo>
                  <a:pt x="342659" y="420406"/>
                </a:lnTo>
                <a:lnTo>
                  <a:pt x="342659" y="536737"/>
                </a:lnTo>
                <a:lnTo>
                  <a:pt x="419254" y="536737"/>
                </a:lnTo>
                <a:lnTo>
                  <a:pt x="419254" y="359936"/>
                </a:lnTo>
                <a:close/>
              </a:path>
              <a:path w="2700020" h="537844">
                <a:moveTo>
                  <a:pt x="661662" y="322503"/>
                </a:moveTo>
                <a:lnTo>
                  <a:pt x="585643" y="322503"/>
                </a:lnTo>
                <a:lnTo>
                  <a:pt x="585643" y="530978"/>
                </a:lnTo>
                <a:lnTo>
                  <a:pt x="950763" y="530978"/>
                </a:lnTo>
                <a:lnTo>
                  <a:pt x="950763" y="471085"/>
                </a:lnTo>
                <a:lnTo>
                  <a:pt x="661662" y="471085"/>
                </a:lnTo>
                <a:lnTo>
                  <a:pt x="661662" y="425013"/>
                </a:lnTo>
                <a:lnTo>
                  <a:pt x="950763" y="425013"/>
                </a:lnTo>
                <a:lnTo>
                  <a:pt x="950763" y="367423"/>
                </a:lnTo>
                <a:lnTo>
                  <a:pt x="661662" y="367423"/>
                </a:lnTo>
                <a:lnTo>
                  <a:pt x="661662" y="322503"/>
                </a:lnTo>
                <a:close/>
              </a:path>
              <a:path w="2700020" h="537844">
                <a:moveTo>
                  <a:pt x="950763" y="425013"/>
                </a:moveTo>
                <a:lnTo>
                  <a:pt x="875321" y="425013"/>
                </a:lnTo>
                <a:lnTo>
                  <a:pt x="875321" y="471085"/>
                </a:lnTo>
                <a:lnTo>
                  <a:pt x="950763" y="471085"/>
                </a:lnTo>
                <a:lnTo>
                  <a:pt x="950763" y="425013"/>
                </a:lnTo>
                <a:close/>
              </a:path>
              <a:path w="2700020" h="537844">
                <a:moveTo>
                  <a:pt x="950763" y="322503"/>
                </a:moveTo>
                <a:lnTo>
                  <a:pt x="875321" y="322503"/>
                </a:lnTo>
                <a:lnTo>
                  <a:pt x="875321" y="367423"/>
                </a:lnTo>
                <a:lnTo>
                  <a:pt x="950763" y="367423"/>
                </a:lnTo>
                <a:lnTo>
                  <a:pt x="950763" y="322503"/>
                </a:lnTo>
                <a:close/>
              </a:path>
              <a:path w="2700020" h="537844">
                <a:moveTo>
                  <a:pt x="1011809" y="236118"/>
                </a:moveTo>
                <a:lnTo>
                  <a:pt x="529205" y="236118"/>
                </a:lnTo>
                <a:lnTo>
                  <a:pt x="529205" y="296011"/>
                </a:lnTo>
                <a:lnTo>
                  <a:pt x="1011809" y="296011"/>
                </a:lnTo>
                <a:lnTo>
                  <a:pt x="1011809" y="236118"/>
                </a:lnTo>
                <a:close/>
              </a:path>
              <a:path w="2700020" h="537844">
                <a:moveTo>
                  <a:pt x="744016" y="8638"/>
                </a:moveTo>
                <a:lnTo>
                  <a:pt x="731346" y="8638"/>
                </a:lnTo>
                <a:lnTo>
                  <a:pt x="731346" y="24763"/>
                </a:lnTo>
                <a:lnTo>
                  <a:pt x="730914" y="32862"/>
                </a:lnTo>
                <a:lnTo>
                  <a:pt x="729618" y="41032"/>
                </a:lnTo>
                <a:lnTo>
                  <a:pt x="727459" y="49275"/>
                </a:lnTo>
                <a:lnTo>
                  <a:pt x="724435" y="57589"/>
                </a:lnTo>
                <a:lnTo>
                  <a:pt x="720688" y="65256"/>
                </a:lnTo>
                <a:lnTo>
                  <a:pt x="720582" y="65472"/>
                </a:lnTo>
                <a:lnTo>
                  <a:pt x="695748" y="96642"/>
                </a:lnTo>
                <a:lnTo>
                  <a:pt x="656875" y="123602"/>
                </a:lnTo>
                <a:lnTo>
                  <a:pt x="617894" y="139367"/>
                </a:lnTo>
                <a:lnTo>
                  <a:pt x="570490" y="150273"/>
                </a:lnTo>
                <a:lnTo>
                  <a:pt x="552817" y="152613"/>
                </a:lnTo>
                <a:lnTo>
                  <a:pt x="580460" y="211930"/>
                </a:lnTo>
                <a:lnTo>
                  <a:pt x="620053" y="204731"/>
                </a:lnTo>
                <a:lnTo>
                  <a:pt x="672388" y="188282"/>
                </a:lnTo>
                <a:lnTo>
                  <a:pt x="715797" y="165282"/>
                </a:lnTo>
                <a:lnTo>
                  <a:pt x="750674" y="136236"/>
                </a:lnTo>
                <a:lnTo>
                  <a:pt x="770475" y="111299"/>
                </a:lnTo>
                <a:lnTo>
                  <a:pt x="765036" y="102797"/>
                </a:lnTo>
                <a:lnTo>
                  <a:pt x="758629" y="90776"/>
                </a:lnTo>
                <a:lnTo>
                  <a:pt x="746382" y="52262"/>
                </a:lnTo>
                <a:lnTo>
                  <a:pt x="744619" y="38693"/>
                </a:lnTo>
                <a:lnTo>
                  <a:pt x="744592" y="38477"/>
                </a:lnTo>
                <a:lnTo>
                  <a:pt x="744016" y="24763"/>
                </a:lnTo>
                <a:lnTo>
                  <a:pt x="744016" y="8638"/>
                </a:lnTo>
                <a:close/>
              </a:path>
              <a:path w="2700020" h="537844">
                <a:moveTo>
                  <a:pt x="809668" y="8638"/>
                </a:moveTo>
                <a:lnTo>
                  <a:pt x="796998" y="8638"/>
                </a:lnTo>
                <a:lnTo>
                  <a:pt x="796998" y="24763"/>
                </a:lnTo>
                <a:lnTo>
                  <a:pt x="796396" y="38477"/>
                </a:lnTo>
                <a:lnTo>
                  <a:pt x="787208" y="78322"/>
                </a:lnTo>
                <a:lnTo>
                  <a:pt x="770475" y="111299"/>
                </a:lnTo>
                <a:lnTo>
                  <a:pt x="772451" y="114387"/>
                </a:lnTo>
                <a:lnTo>
                  <a:pt x="800886" y="146422"/>
                </a:lnTo>
                <a:lnTo>
                  <a:pt x="838895" y="173597"/>
                </a:lnTo>
                <a:lnTo>
                  <a:pt x="885111" y="194653"/>
                </a:lnTo>
                <a:lnTo>
                  <a:pt x="940289" y="208691"/>
                </a:lnTo>
                <a:lnTo>
                  <a:pt x="960554" y="211930"/>
                </a:lnTo>
                <a:lnTo>
                  <a:pt x="988197" y="152613"/>
                </a:lnTo>
                <a:lnTo>
                  <a:pt x="970740" y="150273"/>
                </a:lnTo>
                <a:lnTo>
                  <a:pt x="954075" y="147286"/>
                </a:lnTo>
                <a:lnTo>
                  <a:pt x="909191" y="134544"/>
                </a:lnTo>
                <a:lnTo>
                  <a:pt x="873017" y="117483"/>
                </a:lnTo>
                <a:lnTo>
                  <a:pt x="837311" y="89264"/>
                </a:lnTo>
                <a:lnTo>
                  <a:pt x="813555" y="49275"/>
                </a:lnTo>
                <a:lnTo>
                  <a:pt x="809668" y="24763"/>
                </a:lnTo>
                <a:lnTo>
                  <a:pt x="809668" y="8638"/>
                </a:lnTo>
                <a:close/>
              </a:path>
              <a:path w="2700020" h="537844">
                <a:moveTo>
                  <a:pt x="796998" y="8638"/>
                </a:moveTo>
                <a:lnTo>
                  <a:pt x="744016" y="8638"/>
                </a:lnTo>
                <a:lnTo>
                  <a:pt x="744016" y="24763"/>
                </a:lnTo>
                <a:lnTo>
                  <a:pt x="749199" y="65256"/>
                </a:lnTo>
                <a:lnTo>
                  <a:pt x="765036" y="102797"/>
                </a:lnTo>
                <a:lnTo>
                  <a:pt x="770475" y="111299"/>
                </a:lnTo>
                <a:lnTo>
                  <a:pt x="775834" y="102797"/>
                </a:lnTo>
                <a:lnTo>
                  <a:pt x="791443" y="65616"/>
                </a:lnTo>
                <a:lnTo>
                  <a:pt x="796998" y="24763"/>
                </a:lnTo>
                <a:lnTo>
                  <a:pt x="796998" y="8638"/>
                </a:lnTo>
                <a:close/>
              </a:path>
              <a:path w="2700020" h="537844">
                <a:moveTo>
                  <a:pt x="1650692" y="2879"/>
                </a:moveTo>
                <a:lnTo>
                  <a:pt x="1578128" y="2879"/>
                </a:lnTo>
                <a:lnTo>
                  <a:pt x="1578128" y="536161"/>
                </a:lnTo>
                <a:lnTo>
                  <a:pt x="1650692" y="536161"/>
                </a:lnTo>
                <a:lnTo>
                  <a:pt x="1650692" y="2879"/>
                </a:lnTo>
                <a:close/>
              </a:path>
              <a:path w="2700020" h="537844">
                <a:moveTo>
                  <a:pt x="1538967" y="12669"/>
                </a:moveTo>
                <a:lnTo>
                  <a:pt x="1467556" y="12669"/>
                </a:lnTo>
                <a:lnTo>
                  <a:pt x="1467556" y="513125"/>
                </a:lnTo>
                <a:lnTo>
                  <a:pt x="1538967" y="513125"/>
                </a:lnTo>
                <a:lnTo>
                  <a:pt x="1538967" y="259154"/>
                </a:lnTo>
                <a:lnTo>
                  <a:pt x="1499230" y="259154"/>
                </a:lnTo>
                <a:lnTo>
                  <a:pt x="1499230" y="197533"/>
                </a:lnTo>
                <a:lnTo>
                  <a:pt x="1538967" y="197533"/>
                </a:lnTo>
                <a:lnTo>
                  <a:pt x="1538967" y="12669"/>
                </a:lnTo>
                <a:close/>
              </a:path>
              <a:path w="2700020" h="537844">
                <a:moveTo>
                  <a:pt x="1411694" y="63348"/>
                </a:moveTo>
                <a:lnTo>
                  <a:pt x="1207826" y="63348"/>
                </a:lnTo>
                <a:lnTo>
                  <a:pt x="1207826" y="418102"/>
                </a:lnTo>
                <a:lnTo>
                  <a:pt x="1258121" y="418102"/>
                </a:lnTo>
                <a:lnTo>
                  <a:pt x="1299249" y="417454"/>
                </a:lnTo>
                <a:lnTo>
                  <a:pt x="1346905" y="415366"/>
                </a:lnTo>
                <a:lnTo>
                  <a:pt x="1391033" y="411263"/>
                </a:lnTo>
                <a:lnTo>
                  <a:pt x="1435306" y="403704"/>
                </a:lnTo>
                <a:lnTo>
                  <a:pt x="1433077" y="381820"/>
                </a:lnTo>
                <a:lnTo>
                  <a:pt x="1283268" y="381820"/>
                </a:lnTo>
                <a:lnTo>
                  <a:pt x="1283268" y="355329"/>
                </a:lnTo>
                <a:lnTo>
                  <a:pt x="1257737" y="355329"/>
                </a:lnTo>
                <a:lnTo>
                  <a:pt x="1280965" y="355041"/>
                </a:lnTo>
                <a:lnTo>
                  <a:pt x="1283268" y="355041"/>
                </a:lnTo>
                <a:lnTo>
                  <a:pt x="1283268" y="123818"/>
                </a:lnTo>
                <a:lnTo>
                  <a:pt x="1411694" y="123818"/>
                </a:lnTo>
                <a:lnTo>
                  <a:pt x="1411694" y="63348"/>
                </a:lnTo>
                <a:close/>
              </a:path>
              <a:path w="2700020" h="537844">
                <a:moveTo>
                  <a:pt x="1430349" y="355041"/>
                </a:moveTo>
                <a:lnTo>
                  <a:pt x="1283268" y="355041"/>
                </a:lnTo>
                <a:lnTo>
                  <a:pt x="1283268" y="381820"/>
                </a:lnTo>
                <a:lnTo>
                  <a:pt x="1433077" y="381820"/>
                </a:lnTo>
                <a:lnTo>
                  <a:pt x="1430378" y="355329"/>
                </a:lnTo>
                <a:lnTo>
                  <a:pt x="1430349" y="355041"/>
                </a:lnTo>
                <a:close/>
              </a:path>
              <a:path w="2700020" h="537844">
                <a:moveTo>
                  <a:pt x="1428971" y="341507"/>
                </a:moveTo>
                <a:lnTo>
                  <a:pt x="1386102" y="348526"/>
                </a:lnTo>
                <a:lnTo>
                  <a:pt x="1343450" y="352593"/>
                </a:lnTo>
                <a:lnTo>
                  <a:pt x="1297522" y="354681"/>
                </a:lnTo>
                <a:lnTo>
                  <a:pt x="1257737" y="355329"/>
                </a:lnTo>
                <a:lnTo>
                  <a:pt x="1283268" y="355329"/>
                </a:lnTo>
                <a:lnTo>
                  <a:pt x="1283268" y="355041"/>
                </a:lnTo>
                <a:lnTo>
                  <a:pt x="1430349" y="355041"/>
                </a:lnTo>
                <a:lnTo>
                  <a:pt x="1428971" y="341507"/>
                </a:lnTo>
                <a:close/>
              </a:path>
              <a:path w="2700020" h="537844">
                <a:moveTo>
                  <a:pt x="1467556" y="197533"/>
                </a:moveTo>
                <a:lnTo>
                  <a:pt x="1375412" y="197533"/>
                </a:lnTo>
                <a:lnTo>
                  <a:pt x="1375412" y="259154"/>
                </a:lnTo>
                <a:lnTo>
                  <a:pt x="1467556" y="259154"/>
                </a:lnTo>
                <a:lnTo>
                  <a:pt x="1467556" y="197533"/>
                </a:lnTo>
                <a:close/>
              </a:path>
              <a:path w="2700020" h="537844">
                <a:moveTo>
                  <a:pt x="1538967" y="197533"/>
                </a:moveTo>
                <a:lnTo>
                  <a:pt x="1499230" y="197533"/>
                </a:lnTo>
                <a:lnTo>
                  <a:pt x="1499230" y="259154"/>
                </a:lnTo>
                <a:lnTo>
                  <a:pt x="1538967" y="259154"/>
                </a:lnTo>
                <a:lnTo>
                  <a:pt x="1538967" y="197533"/>
                </a:lnTo>
                <a:close/>
              </a:path>
              <a:path w="2700020" h="537844">
                <a:moveTo>
                  <a:pt x="2164924" y="2303"/>
                </a:moveTo>
                <a:lnTo>
                  <a:pt x="2088330" y="2303"/>
                </a:lnTo>
                <a:lnTo>
                  <a:pt x="2088330" y="537313"/>
                </a:lnTo>
                <a:lnTo>
                  <a:pt x="2164924" y="537313"/>
                </a:lnTo>
                <a:lnTo>
                  <a:pt x="2164924" y="2303"/>
                </a:lnTo>
                <a:close/>
              </a:path>
              <a:path w="2700020" h="537844">
                <a:moveTo>
                  <a:pt x="1877551" y="39736"/>
                </a:moveTo>
                <a:lnTo>
                  <a:pt x="1839397" y="45639"/>
                </a:lnTo>
                <a:lnTo>
                  <a:pt x="1805563" y="63348"/>
                </a:lnTo>
                <a:lnTo>
                  <a:pt x="1777200" y="91423"/>
                </a:lnTo>
                <a:lnTo>
                  <a:pt x="1755460" y="129577"/>
                </a:lnTo>
                <a:lnTo>
                  <a:pt x="1742071" y="176081"/>
                </a:lnTo>
                <a:lnTo>
                  <a:pt x="1737607" y="230359"/>
                </a:lnTo>
                <a:lnTo>
                  <a:pt x="1738723" y="258758"/>
                </a:lnTo>
                <a:lnTo>
                  <a:pt x="1747650" y="309725"/>
                </a:lnTo>
                <a:lnTo>
                  <a:pt x="1765502" y="352414"/>
                </a:lnTo>
                <a:lnTo>
                  <a:pt x="1790554" y="385528"/>
                </a:lnTo>
                <a:lnTo>
                  <a:pt x="1821941" y="408600"/>
                </a:lnTo>
                <a:lnTo>
                  <a:pt x="1877551" y="421557"/>
                </a:lnTo>
                <a:lnTo>
                  <a:pt x="1897419" y="420118"/>
                </a:lnTo>
                <a:lnTo>
                  <a:pt x="1950114" y="398521"/>
                </a:lnTo>
                <a:lnTo>
                  <a:pt x="1978333" y="370158"/>
                </a:lnTo>
                <a:lnTo>
                  <a:pt x="1990114" y="351874"/>
                </a:lnTo>
                <a:lnTo>
                  <a:pt x="1877551" y="351874"/>
                </a:lnTo>
                <a:lnTo>
                  <a:pt x="1868048" y="351010"/>
                </a:lnTo>
                <a:lnTo>
                  <a:pt x="1835906" y="330313"/>
                </a:lnTo>
                <a:lnTo>
                  <a:pt x="1815858" y="282622"/>
                </a:lnTo>
                <a:lnTo>
                  <a:pt x="1811322" y="230359"/>
                </a:lnTo>
                <a:lnTo>
                  <a:pt x="1811826" y="211318"/>
                </a:lnTo>
                <a:lnTo>
                  <a:pt x="1819385" y="164131"/>
                </a:lnTo>
                <a:lnTo>
                  <a:pt x="1842997" y="123242"/>
                </a:lnTo>
                <a:lnTo>
                  <a:pt x="1877551" y="109420"/>
                </a:lnTo>
                <a:lnTo>
                  <a:pt x="1989938" y="109420"/>
                </a:lnTo>
                <a:lnTo>
                  <a:pt x="1989851" y="109240"/>
                </a:lnTo>
                <a:lnTo>
                  <a:pt x="1965087" y="76126"/>
                </a:lnTo>
                <a:lnTo>
                  <a:pt x="1933701" y="53018"/>
                </a:lnTo>
                <a:lnTo>
                  <a:pt x="1897419" y="41212"/>
                </a:lnTo>
                <a:lnTo>
                  <a:pt x="1877551" y="39736"/>
                </a:lnTo>
                <a:close/>
              </a:path>
              <a:path w="2700020" h="537844">
                <a:moveTo>
                  <a:pt x="1989938" y="109420"/>
                </a:moveTo>
                <a:lnTo>
                  <a:pt x="1877551" y="109420"/>
                </a:lnTo>
                <a:lnTo>
                  <a:pt x="1887305" y="110284"/>
                </a:lnTo>
                <a:lnTo>
                  <a:pt x="1896411" y="112876"/>
                </a:lnTo>
                <a:lnTo>
                  <a:pt x="1925926" y="140375"/>
                </a:lnTo>
                <a:lnTo>
                  <a:pt x="1939496" y="178204"/>
                </a:lnTo>
                <a:lnTo>
                  <a:pt x="1944355" y="230359"/>
                </a:lnTo>
                <a:lnTo>
                  <a:pt x="1943815" y="249220"/>
                </a:lnTo>
                <a:lnTo>
                  <a:pt x="1942195" y="266641"/>
                </a:lnTo>
                <a:lnTo>
                  <a:pt x="1939496" y="282622"/>
                </a:lnTo>
                <a:lnTo>
                  <a:pt x="1935716" y="297163"/>
                </a:lnTo>
                <a:lnTo>
                  <a:pt x="1931304" y="309725"/>
                </a:lnTo>
                <a:lnTo>
                  <a:pt x="1931253" y="309869"/>
                </a:lnTo>
                <a:lnTo>
                  <a:pt x="1904870" y="344099"/>
                </a:lnTo>
                <a:lnTo>
                  <a:pt x="1877551" y="351874"/>
                </a:lnTo>
                <a:lnTo>
                  <a:pt x="1990114" y="351874"/>
                </a:lnTo>
                <a:lnTo>
                  <a:pt x="1999641" y="332293"/>
                </a:lnTo>
                <a:lnTo>
                  <a:pt x="2007652" y="309869"/>
                </a:lnTo>
                <a:lnTo>
                  <a:pt x="2007704" y="309725"/>
                </a:lnTo>
                <a:lnTo>
                  <a:pt x="2013463" y="285213"/>
                </a:lnTo>
                <a:lnTo>
                  <a:pt x="2016918" y="258758"/>
                </a:lnTo>
                <a:lnTo>
                  <a:pt x="2018070" y="230359"/>
                </a:lnTo>
                <a:lnTo>
                  <a:pt x="2016918" y="202248"/>
                </a:lnTo>
                <a:lnTo>
                  <a:pt x="2013463" y="176081"/>
                </a:lnTo>
                <a:lnTo>
                  <a:pt x="2007704" y="151857"/>
                </a:lnTo>
                <a:lnTo>
                  <a:pt x="1999641" y="129577"/>
                </a:lnTo>
                <a:lnTo>
                  <a:pt x="1989938" y="109420"/>
                </a:lnTo>
                <a:close/>
              </a:path>
              <a:path w="2700020" h="537844">
                <a:moveTo>
                  <a:pt x="2699889" y="2303"/>
                </a:moveTo>
                <a:lnTo>
                  <a:pt x="2623295" y="2303"/>
                </a:lnTo>
                <a:lnTo>
                  <a:pt x="2623295" y="537313"/>
                </a:lnTo>
                <a:lnTo>
                  <a:pt x="2699889" y="537313"/>
                </a:lnTo>
                <a:lnTo>
                  <a:pt x="2699889" y="252819"/>
                </a:lnTo>
                <a:lnTo>
                  <a:pt x="2632509" y="252819"/>
                </a:lnTo>
                <a:lnTo>
                  <a:pt x="2632509" y="190622"/>
                </a:lnTo>
                <a:lnTo>
                  <a:pt x="2699889" y="190622"/>
                </a:lnTo>
                <a:lnTo>
                  <a:pt x="2699889" y="2303"/>
                </a:lnTo>
                <a:close/>
              </a:path>
              <a:path w="2700020" h="537844">
                <a:moveTo>
                  <a:pt x="2523088" y="47223"/>
                </a:moveTo>
                <a:lnTo>
                  <a:pt x="2276028" y="47223"/>
                </a:lnTo>
                <a:lnTo>
                  <a:pt x="2276028" y="416950"/>
                </a:lnTo>
                <a:lnTo>
                  <a:pt x="2334193" y="416950"/>
                </a:lnTo>
                <a:lnTo>
                  <a:pt x="2383361" y="416302"/>
                </a:lnTo>
                <a:lnTo>
                  <a:pt x="2422738" y="415115"/>
                </a:lnTo>
                <a:lnTo>
                  <a:pt x="2479320" y="411767"/>
                </a:lnTo>
                <a:lnTo>
                  <a:pt x="2536118" y="405504"/>
                </a:lnTo>
                <a:lnTo>
                  <a:pt x="2555338" y="402553"/>
                </a:lnTo>
                <a:lnTo>
                  <a:pt x="2551845" y="374334"/>
                </a:lnTo>
                <a:lnTo>
                  <a:pt x="2352622" y="374334"/>
                </a:lnTo>
                <a:lnTo>
                  <a:pt x="2352622" y="255699"/>
                </a:lnTo>
                <a:lnTo>
                  <a:pt x="2334769" y="255699"/>
                </a:lnTo>
                <a:lnTo>
                  <a:pt x="2334769" y="195805"/>
                </a:lnTo>
                <a:lnTo>
                  <a:pt x="2352622" y="195805"/>
                </a:lnTo>
                <a:lnTo>
                  <a:pt x="2352622" y="109420"/>
                </a:lnTo>
                <a:lnTo>
                  <a:pt x="2523088" y="109420"/>
                </a:lnTo>
                <a:lnTo>
                  <a:pt x="2523088" y="47223"/>
                </a:lnTo>
                <a:close/>
              </a:path>
              <a:path w="2700020" h="537844">
                <a:moveTo>
                  <a:pt x="2547852" y="342083"/>
                </a:moveTo>
                <a:lnTo>
                  <a:pt x="2492674" y="348562"/>
                </a:lnTo>
                <a:lnTo>
                  <a:pt x="2438431" y="352593"/>
                </a:lnTo>
                <a:lnTo>
                  <a:pt x="2345826" y="355329"/>
                </a:lnTo>
                <a:lnTo>
                  <a:pt x="2352622" y="355329"/>
                </a:lnTo>
                <a:lnTo>
                  <a:pt x="2352622" y="374334"/>
                </a:lnTo>
                <a:lnTo>
                  <a:pt x="2551845" y="374334"/>
                </a:lnTo>
                <a:lnTo>
                  <a:pt x="2547852" y="342083"/>
                </a:lnTo>
                <a:close/>
              </a:path>
              <a:path w="2700020" h="537844">
                <a:moveTo>
                  <a:pt x="2352622" y="195805"/>
                </a:moveTo>
                <a:lnTo>
                  <a:pt x="2334769" y="195805"/>
                </a:lnTo>
                <a:lnTo>
                  <a:pt x="2334769" y="255699"/>
                </a:lnTo>
                <a:lnTo>
                  <a:pt x="2352622" y="255699"/>
                </a:lnTo>
                <a:lnTo>
                  <a:pt x="2352622" y="195805"/>
                </a:lnTo>
                <a:close/>
              </a:path>
              <a:path w="2700020" h="537844">
                <a:moveTo>
                  <a:pt x="2505235" y="195805"/>
                </a:moveTo>
                <a:lnTo>
                  <a:pt x="2352622" y="195805"/>
                </a:lnTo>
                <a:lnTo>
                  <a:pt x="2352622" y="255699"/>
                </a:lnTo>
                <a:lnTo>
                  <a:pt x="2505235" y="255699"/>
                </a:lnTo>
                <a:lnTo>
                  <a:pt x="2505235" y="195805"/>
                </a:lnTo>
                <a:close/>
              </a:path>
              <a:path w="2700020" h="537844">
                <a:moveTo>
                  <a:pt x="2623295" y="190622"/>
                </a:moveTo>
                <a:lnTo>
                  <a:pt x="2531727" y="190622"/>
                </a:lnTo>
                <a:lnTo>
                  <a:pt x="2531727" y="252819"/>
                </a:lnTo>
                <a:lnTo>
                  <a:pt x="2623295" y="252819"/>
                </a:lnTo>
                <a:lnTo>
                  <a:pt x="2623295" y="190622"/>
                </a:lnTo>
                <a:close/>
              </a:path>
              <a:path w="2700020" h="537844">
                <a:moveTo>
                  <a:pt x="2699889" y="190622"/>
                </a:moveTo>
                <a:lnTo>
                  <a:pt x="2632509" y="190622"/>
                </a:lnTo>
                <a:lnTo>
                  <a:pt x="2632509" y="252819"/>
                </a:lnTo>
                <a:lnTo>
                  <a:pt x="2699889" y="252819"/>
                </a:lnTo>
                <a:lnTo>
                  <a:pt x="2699889" y="190622"/>
                </a:lnTo>
                <a:close/>
              </a:path>
            </a:pathLst>
          </a:custGeom>
          <a:solidFill>
            <a:srgbClr val="F8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42379" y="1800992"/>
            <a:ext cx="419100" cy="41910"/>
          </a:xfrm>
          <a:custGeom>
            <a:avLst/>
            <a:gdLst/>
            <a:ahLst/>
            <a:cxnLst/>
            <a:rect l="l" t="t" r="r" b="b"/>
            <a:pathLst>
              <a:path w="419100" h="41910">
                <a:moveTo>
                  <a:pt x="418835" y="0"/>
                </a:moveTo>
                <a:lnTo>
                  <a:pt x="0" y="0"/>
                </a:lnTo>
                <a:lnTo>
                  <a:pt x="0" y="41883"/>
                </a:lnTo>
                <a:lnTo>
                  <a:pt x="418835" y="41883"/>
                </a:lnTo>
                <a:lnTo>
                  <a:pt x="418835" y="0"/>
                </a:lnTo>
                <a:close/>
              </a:path>
            </a:pathLst>
          </a:custGeom>
          <a:solidFill>
            <a:srgbClr val="38B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0055" y="6165817"/>
            <a:ext cx="8544242" cy="24606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0055" y="3028243"/>
            <a:ext cx="8533771" cy="23978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3893" y="2842060"/>
            <a:ext cx="2915743" cy="3452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1780" y="3663343"/>
            <a:ext cx="6912374" cy="7902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8779" y="4784042"/>
            <a:ext cx="4585664" cy="29088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2789" y="5606373"/>
            <a:ext cx="2217664" cy="3452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00662" y="6425458"/>
            <a:ext cx="4239097" cy="2937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11133" y="7032769"/>
            <a:ext cx="3854032" cy="32121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18574" y="7908502"/>
            <a:ext cx="2222500" cy="346710"/>
          </a:xfrm>
          <a:custGeom>
            <a:avLst/>
            <a:gdLst/>
            <a:ahLst/>
            <a:cxnLst/>
            <a:rect l="l" t="t" r="r" b="b"/>
            <a:pathLst>
              <a:path w="2222500" h="346709">
                <a:moveTo>
                  <a:pt x="64810" y="232796"/>
                </a:moveTo>
                <a:lnTo>
                  <a:pt x="0" y="232796"/>
                </a:lnTo>
                <a:lnTo>
                  <a:pt x="776" y="242253"/>
                </a:lnTo>
                <a:lnTo>
                  <a:pt x="901" y="243771"/>
                </a:lnTo>
                <a:lnTo>
                  <a:pt x="959" y="244485"/>
                </a:lnTo>
                <a:lnTo>
                  <a:pt x="21180" y="284097"/>
                </a:lnTo>
                <a:lnTo>
                  <a:pt x="62964" y="308929"/>
                </a:lnTo>
                <a:lnTo>
                  <a:pt x="76297" y="312248"/>
                </a:lnTo>
                <a:lnTo>
                  <a:pt x="76500" y="312248"/>
                </a:lnTo>
                <a:lnTo>
                  <a:pt x="90085" y="314151"/>
                </a:lnTo>
                <a:lnTo>
                  <a:pt x="104764" y="314786"/>
                </a:lnTo>
                <a:lnTo>
                  <a:pt x="119934" y="314151"/>
                </a:lnTo>
                <a:lnTo>
                  <a:pt x="134209" y="312248"/>
                </a:lnTo>
                <a:lnTo>
                  <a:pt x="171511" y="299022"/>
                </a:lnTo>
                <a:lnTo>
                  <a:pt x="203794" y="267219"/>
                </a:lnTo>
                <a:lnTo>
                  <a:pt x="205832" y="262469"/>
                </a:lnTo>
                <a:lnTo>
                  <a:pt x="97389" y="262469"/>
                </a:lnTo>
                <a:lnTo>
                  <a:pt x="90579" y="261211"/>
                </a:lnTo>
                <a:lnTo>
                  <a:pt x="64927" y="235399"/>
                </a:lnTo>
                <a:lnTo>
                  <a:pt x="64810" y="232796"/>
                </a:lnTo>
                <a:close/>
              </a:path>
              <a:path w="2222500" h="346709">
                <a:moveTo>
                  <a:pt x="196388" y="91201"/>
                </a:moveTo>
                <a:lnTo>
                  <a:pt x="112052" y="91201"/>
                </a:lnTo>
                <a:lnTo>
                  <a:pt x="117995" y="92459"/>
                </a:lnTo>
                <a:lnTo>
                  <a:pt x="128320" y="97491"/>
                </a:lnTo>
                <a:lnTo>
                  <a:pt x="132354" y="101049"/>
                </a:lnTo>
                <a:lnTo>
                  <a:pt x="135217" y="105647"/>
                </a:lnTo>
                <a:lnTo>
                  <a:pt x="138191" y="110245"/>
                </a:lnTo>
                <a:lnTo>
                  <a:pt x="139599" y="115408"/>
                </a:lnTo>
                <a:lnTo>
                  <a:pt x="139599" y="127554"/>
                </a:lnTo>
                <a:lnTo>
                  <a:pt x="107454" y="152628"/>
                </a:lnTo>
                <a:lnTo>
                  <a:pt x="73660" y="152628"/>
                </a:lnTo>
                <a:lnTo>
                  <a:pt x="73660" y="198439"/>
                </a:lnTo>
                <a:lnTo>
                  <a:pt x="108582" y="198439"/>
                </a:lnTo>
                <a:lnTo>
                  <a:pt x="116390" y="199783"/>
                </a:lnTo>
                <a:lnTo>
                  <a:pt x="129665" y="205163"/>
                </a:lnTo>
                <a:lnTo>
                  <a:pt x="134827" y="208937"/>
                </a:lnTo>
                <a:lnTo>
                  <a:pt x="142115" y="218654"/>
                </a:lnTo>
                <a:lnTo>
                  <a:pt x="143894" y="224207"/>
                </a:lnTo>
                <a:lnTo>
                  <a:pt x="143894" y="236700"/>
                </a:lnTo>
                <a:lnTo>
                  <a:pt x="119196" y="261211"/>
                </a:lnTo>
                <a:lnTo>
                  <a:pt x="118950" y="261211"/>
                </a:lnTo>
                <a:lnTo>
                  <a:pt x="112659" y="262469"/>
                </a:lnTo>
                <a:lnTo>
                  <a:pt x="205832" y="262469"/>
                </a:lnTo>
                <a:lnTo>
                  <a:pt x="208065" y="257263"/>
                </a:lnTo>
                <a:lnTo>
                  <a:pt x="210517" y="247112"/>
                </a:lnTo>
                <a:lnTo>
                  <a:pt x="210627" y="246656"/>
                </a:lnTo>
                <a:lnTo>
                  <a:pt x="211382" y="236700"/>
                </a:lnTo>
                <a:lnTo>
                  <a:pt x="211481" y="235399"/>
                </a:lnTo>
                <a:lnTo>
                  <a:pt x="195734" y="194404"/>
                </a:lnTo>
                <a:lnTo>
                  <a:pt x="149013" y="174362"/>
                </a:lnTo>
                <a:lnTo>
                  <a:pt x="149013" y="172280"/>
                </a:lnTo>
                <a:lnTo>
                  <a:pt x="186884" y="154320"/>
                </a:lnTo>
                <a:lnTo>
                  <a:pt x="201590" y="117230"/>
                </a:lnTo>
                <a:lnTo>
                  <a:pt x="200834" y="106647"/>
                </a:lnTo>
                <a:lnTo>
                  <a:pt x="198564" y="96635"/>
                </a:lnTo>
                <a:lnTo>
                  <a:pt x="196388" y="91201"/>
                </a:lnTo>
                <a:close/>
              </a:path>
              <a:path w="2222500" h="346709">
                <a:moveTo>
                  <a:pt x="105285" y="40966"/>
                </a:moveTo>
                <a:lnTo>
                  <a:pt x="65656" y="46749"/>
                </a:lnTo>
                <a:lnTo>
                  <a:pt x="25703" y="71135"/>
                </a:lnTo>
                <a:lnTo>
                  <a:pt x="7067" y="106647"/>
                </a:lnTo>
                <a:lnTo>
                  <a:pt x="5335" y="121655"/>
                </a:lnTo>
                <a:lnTo>
                  <a:pt x="66893" y="121655"/>
                </a:lnTo>
                <a:lnTo>
                  <a:pt x="67019" y="117230"/>
                </a:lnTo>
                <a:lnTo>
                  <a:pt x="67124" y="115408"/>
                </a:lnTo>
                <a:lnTo>
                  <a:pt x="98170" y="91201"/>
                </a:lnTo>
                <a:lnTo>
                  <a:pt x="196388" y="91201"/>
                </a:lnTo>
                <a:lnTo>
                  <a:pt x="194782" y="87191"/>
                </a:lnTo>
                <a:lnTo>
                  <a:pt x="165915" y="56453"/>
                </a:lnTo>
                <a:lnTo>
                  <a:pt x="132444" y="43537"/>
                </a:lnTo>
                <a:lnTo>
                  <a:pt x="132643" y="43537"/>
                </a:lnTo>
                <a:lnTo>
                  <a:pt x="119282" y="41609"/>
                </a:lnTo>
                <a:lnTo>
                  <a:pt x="119530" y="41609"/>
                </a:lnTo>
                <a:lnTo>
                  <a:pt x="105285" y="40966"/>
                </a:lnTo>
                <a:close/>
              </a:path>
              <a:path w="2222500" h="346709">
                <a:moveTo>
                  <a:pt x="290542" y="247632"/>
                </a:moveTo>
                <a:lnTo>
                  <a:pt x="257267" y="274434"/>
                </a:lnTo>
                <a:lnTo>
                  <a:pt x="256705" y="281079"/>
                </a:lnTo>
                <a:lnTo>
                  <a:pt x="257223" y="287326"/>
                </a:lnTo>
                <a:lnTo>
                  <a:pt x="257267" y="287846"/>
                </a:lnTo>
                <a:lnTo>
                  <a:pt x="290542" y="314916"/>
                </a:lnTo>
                <a:lnTo>
                  <a:pt x="296529" y="314916"/>
                </a:lnTo>
                <a:lnTo>
                  <a:pt x="302038" y="313398"/>
                </a:lnTo>
                <a:lnTo>
                  <a:pt x="307071" y="310361"/>
                </a:lnTo>
                <a:lnTo>
                  <a:pt x="312189" y="307324"/>
                </a:lnTo>
                <a:lnTo>
                  <a:pt x="316311" y="303247"/>
                </a:lnTo>
                <a:lnTo>
                  <a:pt x="319434" y="298128"/>
                </a:lnTo>
                <a:lnTo>
                  <a:pt x="322644" y="293009"/>
                </a:lnTo>
                <a:lnTo>
                  <a:pt x="324293" y="287326"/>
                </a:lnTo>
                <a:lnTo>
                  <a:pt x="324379" y="281079"/>
                </a:lnTo>
                <a:lnTo>
                  <a:pt x="323680" y="274434"/>
                </a:lnTo>
                <a:lnTo>
                  <a:pt x="296984" y="248251"/>
                </a:lnTo>
                <a:lnTo>
                  <a:pt x="290542" y="247632"/>
                </a:lnTo>
                <a:close/>
              </a:path>
              <a:path w="2222500" h="346709">
                <a:moveTo>
                  <a:pt x="777120" y="1832"/>
                </a:moveTo>
                <a:lnTo>
                  <a:pt x="721048" y="1832"/>
                </a:lnTo>
                <a:lnTo>
                  <a:pt x="721048" y="345591"/>
                </a:lnTo>
                <a:lnTo>
                  <a:pt x="777120" y="345591"/>
                </a:lnTo>
                <a:lnTo>
                  <a:pt x="777120" y="1832"/>
                </a:lnTo>
                <a:close/>
              </a:path>
              <a:path w="2222500" h="346709">
                <a:moveTo>
                  <a:pt x="703824" y="6963"/>
                </a:moveTo>
                <a:lnTo>
                  <a:pt x="648852" y="6963"/>
                </a:lnTo>
                <a:lnTo>
                  <a:pt x="648852" y="332031"/>
                </a:lnTo>
                <a:lnTo>
                  <a:pt x="703824" y="332031"/>
                </a:lnTo>
                <a:lnTo>
                  <a:pt x="703824" y="171513"/>
                </a:lnTo>
                <a:lnTo>
                  <a:pt x="673039" y="171513"/>
                </a:lnTo>
                <a:lnTo>
                  <a:pt x="673039" y="124237"/>
                </a:lnTo>
                <a:lnTo>
                  <a:pt x="703824" y="124237"/>
                </a:lnTo>
                <a:lnTo>
                  <a:pt x="703824" y="6963"/>
                </a:lnTo>
                <a:close/>
              </a:path>
              <a:path w="2222500" h="346709">
                <a:moveTo>
                  <a:pt x="620266" y="38846"/>
                </a:moveTo>
                <a:lnTo>
                  <a:pt x="487966" y="38846"/>
                </a:lnTo>
                <a:lnTo>
                  <a:pt x="487966" y="273028"/>
                </a:lnTo>
                <a:lnTo>
                  <a:pt x="520828" y="273028"/>
                </a:lnTo>
                <a:lnTo>
                  <a:pt x="546558" y="272616"/>
                </a:lnTo>
                <a:lnTo>
                  <a:pt x="586069" y="270577"/>
                </a:lnTo>
                <a:lnTo>
                  <a:pt x="633093" y="264232"/>
                </a:lnTo>
                <a:lnTo>
                  <a:pt x="631368" y="245542"/>
                </a:lnTo>
                <a:lnTo>
                  <a:pt x="546237" y="245542"/>
                </a:lnTo>
                <a:lnTo>
                  <a:pt x="546237" y="85390"/>
                </a:lnTo>
                <a:lnTo>
                  <a:pt x="620266" y="85390"/>
                </a:lnTo>
                <a:lnTo>
                  <a:pt x="620266" y="38846"/>
                </a:lnTo>
                <a:close/>
              </a:path>
              <a:path w="2222500" h="346709">
                <a:moveTo>
                  <a:pt x="628695" y="216590"/>
                </a:moveTo>
                <a:lnTo>
                  <a:pt x="583137" y="222568"/>
                </a:lnTo>
                <a:lnTo>
                  <a:pt x="555033" y="224286"/>
                </a:lnTo>
                <a:lnTo>
                  <a:pt x="559650" y="224286"/>
                </a:lnTo>
                <a:lnTo>
                  <a:pt x="526740" y="224652"/>
                </a:lnTo>
                <a:lnTo>
                  <a:pt x="546237" y="224652"/>
                </a:lnTo>
                <a:lnTo>
                  <a:pt x="546237" y="245542"/>
                </a:lnTo>
                <a:lnTo>
                  <a:pt x="631368" y="245542"/>
                </a:lnTo>
                <a:lnTo>
                  <a:pt x="628695" y="216590"/>
                </a:lnTo>
                <a:close/>
              </a:path>
              <a:path w="2222500" h="346709">
                <a:moveTo>
                  <a:pt x="648852" y="124237"/>
                </a:moveTo>
                <a:lnTo>
                  <a:pt x="596811" y="124237"/>
                </a:lnTo>
                <a:lnTo>
                  <a:pt x="596811" y="171513"/>
                </a:lnTo>
                <a:lnTo>
                  <a:pt x="648852" y="171513"/>
                </a:lnTo>
                <a:lnTo>
                  <a:pt x="648852" y="124237"/>
                </a:lnTo>
                <a:close/>
              </a:path>
              <a:path w="2222500" h="346709">
                <a:moveTo>
                  <a:pt x="703824" y="124237"/>
                </a:moveTo>
                <a:lnTo>
                  <a:pt x="673039" y="124237"/>
                </a:lnTo>
                <a:lnTo>
                  <a:pt x="673039" y="171513"/>
                </a:lnTo>
                <a:lnTo>
                  <a:pt x="703824" y="171513"/>
                </a:lnTo>
                <a:lnTo>
                  <a:pt x="703824" y="124237"/>
                </a:lnTo>
                <a:close/>
              </a:path>
              <a:path w="2222500" h="346709">
                <a:moveTo>
                  <a:pt x="1104359" y="1465"/>
                </a:moveTo>
                <a:lnTo>
                  <a:pt x="1044989" y="1465"/>
                </a:lnTo>
                <a:lnTo>
                  <a:pt x="1044989" y="346691"/>
                </a:lnTo>
                <a:lnTo>
                  <a:pt x="1104359" y="346691"/>
                </a:lnTo>
                <a:lnTo>
                  <a:pt x="1104359" y="1465"/>
                </a:lnTo>
                <a:close/>
              </a:path>
              <a:path w="2222500" h="346709">
                <a:moveTo>
                  <a:pt x="917087" y="24187"/>
                </a:moveTo>
                <a:lnTo>
                  <a:pt x="869811" y="39579"/>
                </a:lnTo>
                <a:lnTo>
                  <a:pt x="843424" y="69333"/>
                </a:lnTo>
                <a:lnTo>
                  <a:pt x="828032" y="112876"/>
                </a:lnTo>
                <a:lnTo>
                  <a:pt x="825100" y="148424"/>
                </a:lnTo>
                <a:lnTo>
                  <a:pt x="825833" y="167023"/>
                </a:lnTo>
                <a:lnTo>
                  <a:pt x="836828" y="215124"/>
                </a:lnTo>
                <a:lnTo>
                  <a:pt x="859916" y="249894"/>
                </a:lnTo>
                <a:lnTo>
                  <a:pt x="904237" y="272455"/>
                </a:lnTo>
                <a:lnTo>
                  <a:pt x="917087" y="273394"/>
                </a:lnTo>
                <a:lnTo>
                  <a:pt x="929937" y="272455"/>
                </a:lnTo>
                <a:lnTo>
                  <a:pt x="974235" y="249894"/>
                </a:lnTo>
                <a:lnTo>
                  <a:pt x="994827" y="219522"/>
                </a:lnTo>
                <a:lnTo>
                  <a:pt x="910002" y="219522"/>
                </a:lnTo>
                <a:lnTo>
                  <a:pt x="903772" y="216956"/>
                </a:lnTo>
                <a:lnTo>
                  <a:pt x="884379" y="179965"/>
                </a:lnTo>
                <a:lnTo>
                  <a:pt x="881905" y="148424"/>
                </a:lnTo>
                <a:lnTo>
                  <a:pt x="882180" y="136880"/>
                </a:lnTo>
                <a:lnTo>
                  <a:pt x="891525" y="95193"/>
                </a:lnTo>
                <a:lnTo>
                  <a:pt x="910002" y="78060"/>
                </a:lnTo>
                <a:lnTo>
                  <a:pt x="994823" y="78060"/>
                </a:lnTo>
                <a:lnTo>
                  <a:pt x="990544" y="69333"/>
                </a:lnTo>
                <a:lnTo>
                  <a:pt x="964363" y="39579"/>
                </a:lnTo>
                <a:lnTo>
                  <a:pt x="929937" y="25149"/>
                </a:lnTo>
                <a:lnTo>
                  <a:pt x="917087" y="24187"/>
                </a:lnTo>
                <a:close/>
              </a:path>
              <a:path w="2222500" h="346709">
                <a:moveTo>
                  <a:pt x="994823" y="78060"/>
                </a:moveTo>
                <a:lnTo>
                  <a:pt x="924172" y="78060"/>
                </a:lnTo>
                <a:lnTo>
                  <a:pt x="930280" y="80625"/>
                </a:lnTo>
                <a:lnTo>
                  <a:pt x="935411" y="85756"/>
                </a:lnTo>
                <a:lnTo>
                  <a:pt x="951170" y="126435"/>
                </a:lnTo>
                <a:lnTo>
                  <a:pt x="952269" y="148424"/>
                </a:lnTo>
                <a:lnTo>
                  <a:pt x="951994" y="159991"/>
                </a:lnTo>
                <a:lnTo>
                  <a:pt x="942558" y="202114"/>
                </a:lnTo>
                <a:lnTo>
                  <a:pt x="924172" y="219522"/>
                </a:lnTo>
                <a:lnTo>
                  <a:pt x="994827" y="219522"/>
                </a:lnTo>
                <a:lnTo>
                  <a:pt x="1008318" y="167023"/>
                </a:lnTo>
                <a:lnTo>
                  <a:pt x="1009074" y="148424"/>
                </a:lnTo>
                <a:lnTo>
                  <a:pt x="1008318" y="130009"/>
                </a:lnTo>
                <a:lnTo>
                  <a:pt x="1006050" y="112876"/>
                </a:lnTo>
                <a:lnTo>
                  <a:pt x="1002271" y="97025"/>
                </a:lnTo>
                <a:lnTo>
                  <a:pt x="996980" y="82458"/>
                </a:lnTo>
                <a:lnTo>
                  <a:pt x="994823" y="78060"/>
                </a:lnTo>
                <a:close/>
              </a:path>
              <a:path w="2222500" h="346709">
                <a:moveTo>
                  <a:pt x="1445524" y="1465"/>
                </a:moveTo>
                <a:lnTo>
                  <a:pt x="1386521" y="1465"/>
                </a:lnTo>
                <a:lnTo>
                  <a:pt x="1386521" y="346691"/>
                </a:lnTo>
                <a:lnTo>
                  <a:pt x="1445524" y="346691"/>
                </a:lnTo>
                <a:lnTo>
                  <a:pt x="1445524" y="165649"/>
                </a:lnTo>
                <a:lnTo>
                  <a:pt x="1392751" y="165649"/>
                </a:lnTo>
                <a:lnTo>
                  <a:pt x="1392751" y="118006"/>
                </a:lnTo>
                <a:lnTo>
                  <a:pt x="1445524" y="118006"/>
                </a:lnTo>
                <a:lnTo>
                  <a:pt x="1445524" y="1465"/>
                </a:lnTo>
                <a:close/>
              </a:path>
              <a:path w="2222500" h="346709">
                <a:moveTo>
                  <a:pt x="1328617" y="28951"/>
                </a:moveTo>
                <a:lnTo>
                  <a:pt x="1169197" y="28951"/>
                </a:lnTo>
                <a:lnTo>
                  <a:pt x="1169197" y="271562"/>
                </a:lnTo>
                <a:lnTo>
                  <a:pt x="1214055" y="271562"/>
                </a:lnTo>
                <a:lnTo>
                  <a:pt x="1249457" y="271195"/>
                </a:lnTo>
                <a:lnTo>
                  <a:pt x="1298199" y="268630"/>
                </a:lnTo>
                <a:lnTo>
                  <a:pt x="1347307" y="263133"/>
                </a:lnTo>
                <a:lnTo>
                  <a:pt x="1344600" y="238579"/>
                </a:lnTo>
                <a:lnTo>
                  <a:pt x="1228201" y="238579"/>
                </a:lnTo>
                <a:lnTo>
                  <a:pt x="1228201" y="170047"/>
                </a:lnTo>
                <a:lnTo>
                  <a:pt x="1215008" y="170047"/>
                </a:lnTo>
                <a:lnTo>
                  <a:pt x="1215008" y="124237"/>
                </a:lnTo>
                <a:lnTo>
                  <a:pt x="1228201" y="124237"/>
                </a:lnTo>
                <a:lnTo>
                  <a:pt x="1228201" y="76594"/>
                </a:lnTo>
                <a:lnTo>
                  <a:pt x="1328617" y="76594"/>
                </a:lnTo>
                <a:lnTo>
                  <a:pt x="1328617" y="28951"/>
                </a:lnTo>
                <a:close/>
              </a:path>
              <a:path w="2222500" h="346709">
                <a:moveTo>
                  <a:pt x="1342176" y="216590"/>
                </a:moveTo>
                <a:lnTo>
                  <a:pt x="1294534" y="221720"/>
                </a:lnTo>
                <a:lnTo>
                  <a:pt x="1247624" y="223919"/>
                </a:lnTo>
                <a:lnTo>
                  <a:pt x="1213614" y="224286"/>
                </a:lnTo>
                <a:lnTo>
                  <a:pt x="1228201" y="224286"/>
                </a:lnTo>
                <a:lnTo>
                  <a:pt x="1228201" y="238579"/>
                </a:lnTo>
                <a:lnTo>
                  <a:pt x="1344600" y="238579"/>
                </a:lnTo>
                <a:lnTo>
                  <a:pt x="1342176" y="216590"/>
                </a:lnTo>
                <a:close/>
              </a:path>
              <a:path w="2222500" h="346709">
                <a:moveTo>
                  <a:pt x="1228201" y="124237"/>
                </a:moveTo>
                <a:lnTo>
                  <a:pt x="1215008" y="124237"/>
                </a:lnTo>
                <a:lnTo>
                  <a:pt x="1215008" y="170047"/>
                </a:lnTo>
                <a:lnTo>
                  <a:pt x="1228201" y="170047"/>
                </a:lnTo>
                <a:lnTo>
                  <a:pt x="1228201" y="124237"/>
                </a:lnTo>
                <a:close/>
              </a:path>
              <a:path w="2222500" h="346709">
                <a:moveTo>
                  <a:pt x="1318722" y="124237"/>
                </a:moveTo>
                <a:lnTo>
                  <a:pt x="1228201" y="124237"/>
                </a:lnTo>
                <a:lnTo>
                  <a:pt x="1228201" y="170047"/>
                </a:lnTo>
                <a:lnTo>
                  <a:pt x="1318722" y="170047"/>
                </a:lnTo>
                <a:lnTo>
                  <a:pt x="1318722" y="124237"/>
                </a:lnTo>
                <a:close/>
              </a:path>
              <a:path w="2222500" h="346709">
                <a:moveTo>
                  <a:pt x="1386521" y="118006"/>
                </a:moveTo>
                <a:lnTo>
                  <a:pt x="1334114" y="118006"/>
                </a:lnTo>
                <a:lnTo>
                  <a:pt x="1334114" y="165649"/>
                </a:lnTo>
                <a:lnTo>
                  <a:pt x="1386521" y="165649"/>
                </a:lnTo>
                <a:lnTo>
                  <a:pt x="1386521" y="118006"/>
                </a:lnTo>
                <a:close/>
              </a:path>
              <a:path w="2222500" h="346709">
                <a:moveTo>
                  <a:pt x="1445524" y="118006"/>
                </a:moveTo>
                <a:lnTo>
                  <a:pt x="1392751" y="118006"/>
                </a:lnTo>
                <a:lnTo>
                  <a:pt x="1392751" y="165649"/>
                </a:lnTo>
                <a:lnTo>
                  <a:pt x="1445524" y="165649"/>
                </a:lnTo>
                <a:lnTo>
                  <a:pt x="1445524" y="118006"/>
                </a:lnTo>
                <a:close/>
              </a:path>
              <a:path w="2222500" h="346709">
                <a:moveTo>
                  <a:pt x="1662761" y="245542"/>
                </a:moveTo>
                <a:lnTo>
                  <a:pt x="1603758" y="245542"/>
                </a:lnTo>
                <a:lnTo>
                  <a:pt x="1603758" y="340827"/>
                </a:lnTo>
                <a:lnTo>
                  <a:pt x="1846735" y="340827"/>
                </a:lnTo>
                <a:lnTo>
                  <a:pt x="1846735" y="314440"/>
                </a:lnTo>
                <a:lnTo>
                  <a:pt x="1662761" y="314440"/>
                </a:lnTo>
                <a:lnTo>
                  <a:pt x="1662761" y="245542"/>
                </a:lnTo>
                <a:close/>
              </a:path>
              <a:path w="2222500" h="346709">
                <a:moveTo>
                  <a:pt x="1846735" y="293917"/>
                </a:moveTo>
                <a:lnTo>
                  <a:pt x="1662761" y="293917"/>
                </a:lnTo>
                <a:lnTo>
                  <a:pt x="1662761" y="314440"/>
                </a:lnTo>
                <a:lnTo>
                  <a:pt x="1846735" y="314440"/>
                </a:lnTo>
                <a:lnTo>
                  <a:pt x="1846735" y="293917"/>
                </a:lnTo>
                <a:close/>
              </a:path>
              <a:path w="2222500" h="346709">
                <a:moveTo>
                  <a:pt x="1760245" y="200098"/>
                </a:moveTo>
                <a:lnTo>
                  <a:pt x="1700875" y="200098"/>
                </a:lnTo>
                <a:lnTo>
                  <a:pt x="1700875" y="268997"/>
                </a:lnTo>
                <a:lnTo>
                  <a:pt x="1760245" y="268997"/>
                </a:lnTo>
                <a:lnTo>
                  <a:pt x="1760245" y="200098"/>
                </a:lnTo>
                <a:close/>
              </a:path>
              <a:path w="2222500" h="346709">
                <a:moveTo>
                  <a:pt x="1880818" y="174811"/>
                </a:moveTo>
                <a:lnTo>
                  <a:pt x="1569675" y="174811"/>
                </a:lnTo>
                <a:lnTo>
                  <a:pt x="1569675" y="220988"/>
                </a:lnTo>
                <a:lnTo>
                  <a:pt x="1700875" y="220988"/>
                </a:lnTo>
                <a:lnTo>
                  <a:pt x="1700875" y="200098"/>
                </a:lnTo>
                <a:lnTo>
                  <a:pt x="1880818" y="200098"/>
                </a:lnTo>
                <a:lnTo>
                  <a:pt x="1880818" y="174811"/>
                </a:lnTo>
                <a:close/>
              </a:path>
              <a:path w="2222500" h="346709">
                <a:moveTo>
                  <a:pt x="1880818" y="200098"/>
                </a:moveTo>
                <a:lnTo>
                  <a:pt x="1760245" y="200098"/>
                </a:lnTo>
                <a:lnTo>
                  <a:pt x="1760245" y="220988"/>
                </a:lnTo>
                <a:lnTo>
                  <a:pt x="1880818" y="220988"/>
                </a:lnTo>
                <a:lnTo>
                  <a:pt x="1880818" y="200098"/>
                </a:lnTo>
                <a:close/>
              </a:path>
              <a:path w="2222500" h="346709">
                <a:moveTo>
                  <a:pt x="1666793" y="12826"/>
                </a:moveTo>
                <a:lnTo>
                  <a:pt x="1608522" y="12826"/>
                </a:lnTo>
                <a:lnTo>
                  <a:pt x="1608522" y="156120"/>
                </a:lnTo>
                <a:lnTo>
                  <a:pt x="1841971" y="156120"/>
                </a:lnTo>
                <a:lnTo>
                  <a:pt x="1841971" y="110677"/>
                </a:lnTo>
                <a:lnTo>
                  <a:pt x="1666793" y="110677"/>
                </a:lnTo>
                <a:lnTo>
                  <a:pt x="1666793" y="87222"/>
                </a:lnTo>
                <a:lnTo>
                  <a:pt x="1841971" y="87222"/>
                </a:lnTo>
                <a:lnTo>
                  <a:pt x="1841971" y="43244"/>
                </a:lnTo>
                <a:lnTo>
                  <a:pt x="1666793" y="43244"/>
                </a:lnTo>
                <a:lnTo>
                  <a:pt x="1666793" y="12826"/>
                </a:lnTo>
                <a:close/>
              </a:path>
              <a:path w="2222500" h="346709">
                <a:moveTo>
                  <a:pt x="1841971" y="87222"/>
                </a:moveTo>
                <a:lnTo>
                  <a:pt x="1783334" y="87222"/>
                </a:lnTo>
                <a:lnTo>
                  <a:pt x="1783334" y="110677"/>
                </a:lnTo>
                <a:lnTo>
                  <a:pt x="1841971" y="110677"/>
                </a:lnTo>
                <a:lnTo>
                  <a:pt x="1841971" y="87222"/>
                </a:lnTo>
                <a:close/>
              </a:path>
              <a:path w="2222500" h="346709">
                <a:moveTo>
                  <a:pt x="1841971" y="12826"/>
                </a:moveTo>
                <a:lnTo>
                  <a:pt x="1783334" y="12826"/>
                </a:lnTo>
                <a:lnTo>
                  <a:pt x="1783334" y="43244"/>
                </a:lnTo>
                <a:lnTo>
                  <a:pt x="1841971" y="43244"/>
                </a:lnTo>
                <a:lnTo>
                  <a:pt x="1841971" y="12826"/>
                </a:lnTo>
                <a:close/>
              </a:path>
              <a:path w="2222500" h="346709">
                <a:moveTo>
                  <a:pt x="2179471" y="2198"/>
                </a:moveTo>
                <a:lnTo>
                  <a:pt x="2120468" y="2198"/>
                </a:lnTo>
                <a:lnTo>
                  <a:pt x="2120468" y="185439"/>
                </a:lnTo>
                <a:lnTo>
                  <a:pt x="2179471" y="185439"/>
                </a:lnTo>
                <a:lnTo>
                  <a:pt x="2179471" y="118006"/>
                </a:lnTo>
                <a:lnTo>
                  <a:pt x="2156749" y="118006"/>
                </a:lnTo>
                <a:lnTo>
                  <a:pt x="2156749" y="70364"/>
                </a:lnTo>
                <a:lnTo>
                  <a:pt x="2179471" y="70364"/>
                </a:lnTo>
                <a:lnTo>
                  <a:pt x="2179471" y="2198"/>
                </a:lnTo>
                <a:close/>
              </a:path>
              <a:path w="2222500" h="346709">
                <a:moveTo>
                  <a:pt x="2179471" y="70364"/>
                </a:moveTo>
                <a:lnTo>
                  <a:pt x="2156749" y="70364"/>
                </a:lnTo>
                <a:lnTo>
                  <a:pt x="2156749" y="118006"/>
                </a:lnTo>
                <a:lnTo>
                  <a:pt x="2179471" y="118006"/>
                </a:lnTo>
                <a:lnTo>
                  <a:pt x="2179471" y="70364"/>
                </a:lnTo>
                <a:close/>
              </a:path>
              <a:path w="2222500" h="346709">
                <a:moveTo>
                  <a:pt x="2222349" y="70364"/>
                </a:moveTo>
                <a:lnTo>
                  <a:pt x="2179471" y="70364"/>
                </a:lnTo>
                <a:lnTo>
                  <a:pt x="2179471" y="118006"/>
                </a:lnTo>
                <a:lnTo>
                  <a:pt x="2222349" y="118006"/>
                </a:lnTo>
                <a:lnTo>
                  <a:pt x="2222349" y="70364"/>
                </a:lnTo>
                <a:close/>
              </a:path>
              <a:path w="2222500" h="346709">
                <a:moveTo>
                  <a:pt x="2179471" y="197166"/>
                </a:moveTo>
                <a:lnTo>
                  <a:pt x="1947855" y="197166"/>
                </a:lnTo>
                <a:lnTo>
                  <a:pt x="1947855" y="239312"/>
                </a:lnTo>
                <a:lnTo>
                  <a:pt x="2121200" y="239312"/>
                </a:lnTo>
                <a:lnTo>
                  <a:pt x="2121200" y="250673"/>
                </a:lnTo>
                <a:lnTo>
                  <a:pt x="1948221" y="250673"/>
                </a:lnTo>
                <a:lnTo>
                  <a:pt x="1948221" y="344492"/>
                </a:lnTo>
                <a:lnTo>
                  <a:pt x="2188266" y="344492"/>
                </a:lnTo>
                <a:lnTo>
                  <a:pt x="2188266" y="315540"/>
                </a:lnTo>
                <a:lnTo>
                  <a:pt x="2006858" y="315540"/>
                </a:lnTo>
                <a:lnTo>
                  <a:pt x="2006858" y="290252"/>
                </a:lnTo>
                <a:lnTo>
                  <a:pt x="2179471" y="290252"/>
                </a:lnTo>
                <a:lnTo>
                  <a:pt x="2179471" y="197166"/>
                </a:lnTo>
                <a:close/>
              </a:path>
              <a:path w="2222500" h="346709">
                <a:moveTo>
                  <a:pt x="2188266" y="301613"/>
                </a:moveTo>
                <a:lnTo>
                  <a:pt x="2006858" y="301613"/>
                </a:lnTo>
                <a:lnTo>
                  <a:pt x="2006858" y="315540"/>
                </a:lnTo>
                <a:lnTo>
                  <a:pt x="2188266" y="315540"/>
                </a:lnTo>
                <a:lnTo>
                  <a:pt x="2188266" y="301613"/>
                </a:lnTo>
                <a:close/>
              </a:path>
              <a:path w="2222500" h="346709">
                <a:moveTo>
                  <a:pt x="1977906" y="24187"/>
                </a:moveTo>
                <a:lnTo>
                  <a:pt x="1906443" y="24187"/>
                </a:lnTo>
                <a:lnTo>
                  <a:pt x="1906443" y="67798"/>
                </a:lnTo>
                <a:lnTo>
                  <a:pt x="2108374" y="67798"/>
                </a:lnTo>
                <a:lnTo>
                  <a:pt x="2108374" y="55338"/>
                </a:lnTo>
                <a:lnTo>
                  <a:pt x="1977906" y="55338"/>
                </a:lnTo>
                <a:lnTo>
                  <a:pt x="1977906" y="24187"/>
                </a:lnTo>
                <a:close/>
              </a:path>
              <a:path w="2222500" h="346709">
                <a:moveTo>
                  <a:pt x="2036910" y="0"/>
                </a:moveTo>
                <a:lnTo>
                  <a:pt x="1977906" y="0"/>
                </a:lnTo>
                <a:lnTo>
                  <a:pt x="1977906" y="55338"/>
                </a:lnTo>
                <a:lnTo>
                  <a:pt x="2036910" y="55338"/>
                </a:lnTo>
                <a:lnTo>
                  <a:pt x="2036910" y="0"/>
                </a:lnTo>
                <a:close/>
              </a:path>
              <a:path w="2222500" h="346709">
                <a:moveTo>
                  <a:pt x="2108374" y="24187"/>
                </a:moveTo>
                <a:lnTo>
                  <a:pt x="2036910" y="24187"/>
                </a:lnTo>
                <a:lnTo>
                  <a:pt x="2036910" y="55338"/>
                </a:lnTo>
                <a:lnTo>
                  <a:pt x="2108374" y="55338"/>
                </a:lnTo>
                <a:lnTo>
                  <a:pt x="2108374" y="24187"/>
                </a:lnTo>
                <a:close/>
              </a:path>
              <a:path w="2222500" h="346709">
                <a:moveTo>
                  <a:pt x="2007591" y="72196"/>
                </a:moveTo>
                <a:lnTo>
                  <a:pt x="1957979" y="80854"/>
                </a:lnTo>
                <a:lnTo>
                  <a:pt x="1927699" y="105363"/>
                </a:lnTo>
                <a:lnTo>
                  <a:pt x="1921835" y="128634"/>
                </a:lnTo>
                <a:lnTo>
                  <a:pt x="1923204" y="139995"/>
                </a:lnTo>
                <a:lnTo>
                  <a:pt x="1957979" y="175887"/>
                </a:lnTo>
                <a:lnTo>
                  <a:pt x="2007591" y="184339"/>
                </a:lnTo>
                <a:lnTo>
                  <a:pt x="2026053" y="183400"/>
                </a:lnTo>
                <a:lnTo>
                  <a:pt x="2069893" y="169314"/>
                </a:lnTo>
                <a:lnTo>
                  <a:pt x="2090869" y="143294"/>
                </a:lnTo>
                <a:lnTo>
                  <a:pt x="1998551" y="143294"/>
                </a:lnTo>
                <a:lnTo>
                  <a:pt x="1991466" y="142194"/>
                </a:lnTo>
                <a:lnTo>
                  <a:pt x="1981205" y="137796"/>
                </a:lnTo>
                <a:lnTo>
                  <a:pt x="1978639" y="134009"/>
                </a:lnTo>
                <a:lnTo>
                  <a:pt x="1978639" y="123015"/>
                </a:lnTo>
                <a:lnTo>
                  <a:pt x="1981205" y="119106"/>
                </a:lnTo>
                <a:lnTo>
                  <a:pt x="1986336" y="116907"/>
                </a:lnTo>
                <a:lnTo>
                  <a:pt x="1991466" y="114464"/>
                </a:lnTo>
                <a:lnTo>
                  <a:pt x="1998551" y="113242"/>
                </a:lnTo>
                <a:lnTo>
                  <a:pt x="2090649" y="113242"/>
                </a:lnTo>
                <a:lnTo>
                  <a:pt x="2087484" y="105363"/>
                </a:lnTo>
                <a:lnTo>
                  <a:pt x="2057204" y="80854"/>
                </a:lnTo>
                <a:lnTo>
                  <a:pt x="2026053" y="73158"/>
                </a:lnTo>
                <a:lnTo>
                  <a:pt x="2007591" y="72196"/>
                </a:lnTo>
                <a:close/>
              </a:path>
              <a:path w="2222500" h="346709">
                <a:moveTo>
                  <a:pt x="2090649" y="113242"/>
                </a:moveTo>
                <a:lnTo>
                  <a:pt x="2016876" y="113242"/>
                </a:lnTo>
                <a:lnTo>
                  <a:pt x="2023961" y="114464"/>
                </a:lnTo>
                <a:lnTo>
                  <a:pt x="2028847" y="116907"/>
                </a:lnTo>
                <a:lnTo>
                  <a:pt x="2033978" y="119106"/>
                </a:lnTo>
                <a:lnTo>
                  <a:pt x="2036543" y="123015"/>
                </a:lnTo>
                <a:lnTo>
                  <a:pt x="2036543" y="134009"/>
                </a:lnTo>
                <a:lnTo>
                  <a:pt x="2033978" y="137796"/>
                </a:lnTo>
                <a:lnTo>
                  <a:pt x="2028847" y="139995"/>
                </a:lnTo>
                <a:lnTo>
                  <a:pt x="2023961" y="142194"/>
                </a:lnTo>
                <a:lnTo>
                  <a:pt x="2016876" y="143294"/>
                </a:lnTo>
                <a:lnTo>
                  <a:pt x="2090869" y="143294"/>
                </a:lnTo>
                <a:lnTo>
                  <a:pt x="2091882" y="140797"/>
                </a:lnTo>
                <a:lnTo>
                  <a:pt x="2093348" y="128634"/>
                </a:lnTo>
                <a:lnTo>
                  <a:pt x="2091953" y="116907"/>
                </a:lnTo>
                <a:lnTo>
                  <a:pt x="2091882" y="116311"/>
                </a:lnTo>
                <a:lnTo>
                  <a:pt x="2090649" y="113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11133" y="8754991"/>
            <a:ext cx="3379426" cy="273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049" y="1022324"/>
            <a:ext cx="4401871" cy="57648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42379" y="1800992"/>
            <a:ext cx="419100" cy="41910"/>
          </a:xfrm>
          <a:custGeom>
            <a:avLst/>
            <a:gdLst/>
            <a:ahLst/>
            <a:cxnLst/>
            <a:rect l="l" t="t" r="r" b="b"/>
            <a:pathLst>
              <a:path w="419100" h="41910">
                <a:moveTo>
                  <a:pt x="418835" y="0"/>
                </a:moveTo>
                <a:lnTo>
                  <a:pt x="0" y="0"/>
                </a:lnTo>
                <a:lnTo>
                  <a:pt x="0" y="41883"/>
                </a:lnTo>
                <a:lnTo>
                  <a:pt x="418835" y="41883"/>
                </a:lnTo>
                <a:lnTo>
                  <a:pt x="418835" y="0"/>
                </a:lnTo>
                <a:close/>
              </a:path>
            </a:pathLst>
          </a:custGeom>
          <a:solidFill>
            <a:srgbClr val="38B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9913" y="2397832"/>
            <a:ext cx="3316780" cy="7227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70511" y="2397832"/>
            <a:ext cx="3316780" cy="7227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14875" y="2397832"/>
            <a:ext cx="4303533" cy="7224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1103" y="3486804"/>
            <a:ext cx="2345478" cy="25967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66420" y="6198764"/>
            <a:ext cx="764374" cy="7224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81103" y="7183027"/>
            <a:ext cx="2335007" cy="213606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937022" y="3314035"/>
            <a:ext cx="31750" cy="7152005"/>
          </a:xfrm>
          <a:custGeom>
            <a:avLst/>
            <a:gdLst/>
            <a:ahLst/>
            <a:cxnLst/>
            <a:rect l="l" t="t" r="r" b="b"/>
            <a:pathLst>
              <a:path w="31750" h="7152005">
                <a:moveTo>
                  <a:pt x="24380" y="0"/>
                </a:moveTo>
                <a:lnTo>
                  <a:pt x="7031" y="0"/>
                </a:lnTo>
                <a:lnTo>
                  <a:pt x="0" y="7031"/>
                </a:lnTo>
                <a:lnTo>
                  <a:pt x="0" y="7144582"/>
                </a:lnTo>
                <a:lnTo>
                  <a:pt x="7031" y="7151614"/>
                </a:lnTo>
                <a:lnTo>
                  <a:pt x="24380" y="7151614"/>
                </a:lnTo>
                <a:lnTo>
                  <a:pt x="31412" y="7144582"/>
                </a:lnTo>
                <a:lnTo>
                  <a:pt x="31412" y="7031"/>
                </a:lnTo>
                <a:lnTo>
                  <a:pt x="24380" y="0"/>
                </a:lnTo>
                <a:close/>
              </a:path>
            </a:pathLst>
          </a:custGeom>
          <a:solidFill>
            <a:srgbClr val="282F3A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09234" y="3937053"/>
            <a:ext cx="2020880" cy="49946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26315" y="9362961"/>
            <a:ext cx="1238725" cy="31555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03703" y="3386855"/>
            <a:ext cx="2221965" cy="28556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9491857" y="3314035"/>
            <a:ext cx="31750" cy="7152005"/>
          </a:xfrm>
          <a:custGeom>
            <a:avLst/>
            <a:gdLst/>
            <a:ahLst/>
            <a:cxnLst/>
            <a:rect l="l" t="t" r="r" b="b"/>
            <a:pathLst>
              <a:path w="31750" h="7152005">
                <a:moveTo>
                  <a:pt x="24380" y="0"/>
                </a:moveTo>
                <a:lnTo>
                  <a:pt x="7031" y="0"/>
                </a:lnTo>
                <a:lnTo>
                  <a:pt x="0" y="7031"/>
                </a:lnTo>
                <a:lnTo>
                  <a:pt x="0" y="7144582"/>
                </a:lnTo>
                <a:lnTo>
                  <a:pt x="7031" y="7151614"/>
                </a:lnTo>
                <a:lnTo>
                  <a:pt x="24380" y="7151614"/>
                </a:lnTo>
                <a:lnTo>
                  <a:pt x="31412" y="7144582"/>
                </a:lnTo>
                <a:lnTo>
                  <a:pt x="31412" y="7031"/>
                </a:lnTo>
                <a:lnTo>
                  <a:pt x="24380" y="0"/>
                </a:lnTo>
                <a:close/>
              </a:path>
            </a:pathLst>
          </a:custGeom>
          <a:solidFill>
            <a:srgbClr val="282F3A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114722" y="3314035"/>
            <a:ext cx="31750" cy="7152005"/>
          </a:xfrm>
          <a:custGeom>
            <a:avLst/>
            <a:gdLst/>
            <a:ahLst/>
            <a:cxnLst/>
            <a:rect l="l" t="t" r="r" b="b"/>
            <a:pathLst>
              <a:path w="31750" h="7152005">
                <a:moveTo>
                  <a:pt x="24380" y="0"/>
                </a:moveTo>
                <a:lnTo>
                  <a:pt x="7031" y="0"/>
                </a:lnTo>
                <a:lnTo>
                  <a:pt x="0" y="7031"/>
                </a:lnTo>
                <a:lnTo>
                  <a:pt x="0" y="7144582"/>
                </a:lnTo>
                <a:lnTo>
                  <a:pt x="7031" y="7151614"/>
                </a:lnTo>
                <a:lnTo>
                  <a:pt x="24380" y="7151614"/>
                </a:lnTo>
                <a:lnTo>
                  <a:pt x="31412" y="7144582"/>
                </a:lnTo>
                <a:lnTo>
                  <a:pt x="31412" y="7031"/>
                </a:lnTo>
                <a:lnTo>
                  <a:pt x="24380" y="0"/>
                </a:lnTo>
                <a:close/>
              </a:path>
            </a:pathLst>
          </a:custGeom>
          <a:solidFill>
            <a:srgbClr val="282F3A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0732657" y="3329741"/>
            <a:ext cx="3215005" cy="4838065"/>
            <a:chOff x="10732657" y="3329741"/>
            <a:chExt cx="3215005" cy="4838065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32657" y="3329741"/>
              <a:ext cx="3214561" cy="252348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32657" y="5895108"/>
              <a:ext cx="3214561" cy="2272182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732657" y="8261528"/>
            <a:ext cx="3194657" cy="147639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711715" y="5947462"/>
            <a:ext cx="209417" cy="209417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6146105" y="2397832"/>
            <a:ext cx="1706880" cy="722630"/>
            <a:chOff x="16146105" y="2397832"/>
            <a:chExt cx="1706880" cy="722630"/>
          </a:xfrm>
        </p:grpSpPr>
        <p:sp>
          <p:nvSpPr>
            <p:cNvPr id="22" name="object 22"/>
            <p:cNvSpPr/>
            <p:nvPr/>
          </p:nvSpPr>
          <p:spPr>
            <a:xfrm>
              <a:off x="16511972" y="2589594"/>
              <a:ext cx="874394" cy="273050"/>
            </a:xfrm>
            <a:custGeom>
              <a:avLst/>
              <a:gdLst/>
              <a:ahLst/>
              <a:cxnLst/>
              <a:rect l="l" t="t" r="r" b="b"/>
              <a:pathLst>
                <a:path w="874394" h="273050">
                  <a:moveTo>
                    <a:pt x="114126" y="31997"/>
                  </a:moveTo>
                  <a:lnTo>
                    <a:pt x="102629" y="31997"/>
                  </a:lnTo>
                  <a:lnTo>
                    <a:pt x="102629" y="185784"/>
                  </a:lnTo>
                  <a:lnTo>
                    <a:pt x="102418" y="197808"/>
                  </a:lnTo>
                  <a:lnTo>
                    <a:pt x="102418" y="248015"/>
                  </a:lnTo>
                  <a:lnTo>
                    <a:pt x="133534" y="248015"/>
                  </a:lnTo>
                  <a:lnTo>
                    <a:pt x="133534" y="70813"/>
                  </a:lnTo>
                  <a:lnTo>
                    <a:pt x="114126" y="70813"/>
                  </a:lnTo>
                  <a:lnTo>
                    <a:pt x="114126" y="31997"/>
                  </a:lnTo>
                  <a:close/>
                </a:path>
                <a:path w="874394" h="273050">
                  <a:moveTo>
                    <a:pt x="102629" y="31997"/>
                  </a:moveTo>
                  <a:lnTo>
                    <a:pt x="93347" y="31997"/>
                  </a:lnTo>
                  <a:lnTo>
                    <a:pt x="0" y="179455"/>
                  </a:lnTo>
                  <a:lnTo>
                    <a:pt x="0" y="205824"/>
                  </a:lnTo>
                  <a:lnTo>
                    <a:pt x="102418" y="205824"/>
                  </a:lnTo>
                  <a:lnTo>
                    <a:pt x="102418" y="197808"/>
                  </a:lnTo>
                  <a:lnTo>
                    <a:pt x="102629" y="185784"/>
                  </a:lnTo>
                  <a:lnTo>
                    <a:pt x="102629" y="178189"/>
                  </a:lnTo>
                  <a:lnTo>
                    <a:pt x="34174" y="178189"/>
                  </a:lnTo>
                  <a:lnTo>
                    <a:pt x="34174" y="176502"/>
                  </a:lnTo>
                  <a:lnTo>
                    <a:pt x="100942" y="70813"/>
                  </a:lnTo>
                  <a:lnTo>
                    <a:pt x="102629" y="70813"/>
                  </a:lnTo>
                  <a:lnTo>
                    <a:pt x="102629" y="31997"/>
                  </a:lnTo>
                  <a:close/>
                </a:path>
                <a:path w="874394" h="273050">
                  <a:moveTo>
                    <a:pt x="162119" y="178189"/>
                  </a:moveTo>
                  <a:lnTo>
                    <a:pt x="133534" y="178189"/>
                  </a:lnTo>
                  <a:lnTo>
                    <a:pt x="133534" y="205824"/>
                  </a:lnTo>
                  <a:lnTo>
                    <a:pt x="162119" y="205824"/>
                  </a:lnTo>
                  <a:lnTo>
                    <a:pt x="162119" y="178189"/>
                  </a:lnTo>
                  <a:close/>
                </a:path>
                <a:path w="874394" h="273050">
                  <a:moveTo>
                    <a:pt x="133534" y="31997"/>
                  </a:moveTo>
                  <a:lnTo>
                    <a:pt x="114126" y="31997"/>
                  </a:lnTo>
                  <a:lnTo>
                    <a:pt x="114126" y="70813"/>
                  </a:lnTo>
                  <a:lnTo>
                    <a:pt x="133534" y="70813"/>
                  </a:lnTo>
                  <a:lnTo>
                    <a:pt x="133534" y="31997"/>
                  </a:lnTo>
                  <a:close/>
                </a:path>
                <a:path w="874394" h="273050">
                  <a:moveTo>
                    <a:pt x="227321" y="207934"/>
                  </a:moveTo>
                  <a:lnTo>
                    <a:pt x="215789" y="207934"/>
                  </a:lnTo>
                  <a:lnTo>
                    <a:pt x="210832" y="210008"/>
                  </a:lnTo>
                  <a:lnTo>
                    <a:pt x="206683" y="214157"/>
                  </a:lnTo>
                  <a:lnTo>
                    <a:pt x="202534" y="218236"/>
                  </a:lnTo>
                  <a:lnTo>
                    <a:pt x="200460" y="223158"/>
                  </a:lnTo>
                  <a:lnTo>
                    <a:pt x="200460" y="234760"/>
                  </a:lnTo>
                  <a:lnTo>
                    <a:pt x="202534" y="239753"/>
                  </a:lnTo>
                  <a:lnTo>
                    <a:pt x="206683" y="243902"/>
                  </a:lnTo>
                  <a:lnTo>
                    <a:pt x="210832" y="247980"/>
                  </a:lnTo>
                  <a:lnTo>
                    <a:pt x="215789" y="250020"/>
                  </a:lnTo>
                  <a:lnTo>
                    <a:pt x="225423" y="250020"/>
                  </a:lnTo>
                  <a:lnTo>
                    <a:pt x="242651" y="232792"/>
                  </a:lnTo>
                  <a:lnTo>
                    <a:pt x="242651" y="223158"/>
                  </a:lnTo>
                  <a:lnTo>
                    <a:pt x="240576" y="218236"/>
                  </a:lnTo>
                  <a:lnTo>
                    <a:pt x="236428" y="214157"/>
                  </a:lnTo>
                  <a:lnTo>
                    <a:pt x="232279" y="210008"/>
                  </a:lnTo>
                  <a:lnTo>
                    <a:pt x="227321" y="207934"/>
                  </a:lnTo>
                  <a:close/>
                </a:path>
                <a:path w="874394" h="273050">
                  <a:moveTo>
                    <a:pt x="482977" y="163660"/>
                  </a:moveTo>
                  <a:lnTo>
                    <a:pt x="404859" y="163660"/>
                  </a:lnTo>
                  <a:lnTo>
                    <a:pt x="404859" y="186234"/>
                  </a:lnTo>
                  <a:lnTo>
                    <a:pt x="559906" y="186234"/>
                  </a:lnTo>
                  <a:lnTo>
                    <a:pt x="559906" y="204947"/>
                  </a:lnTo>
                  <a:lnTo>
                    <a:pt x="405453" y="204947"/>
                  </a:lnTo>
                  <a:lnTo>
                    <a:pt x="405453" y="269995"/>
                  </a:lnTo>
                  <a:lnTo>
                    <a:pt x="598223" y="269995"/>
                  </a:lnTo>
                  <a:lnTo>
                    <a:pt x="598223" y="256035"/>
                  </a:lnTo>
                  <a:lnTo>
                    <a:pt x="436047" y="256035"/>
                  </a:lnTo>
                  <a:lnTo>
                    <a:pt x="436047" y="226333"/>
                  </a:lnTo>
                  <a:lnTo>
                    <a:pt x="590500" y="226333"/>
                  </a:lnTo>
                  <a:lnTo>
                    <a:pt x="590500" y="177621"/>
                  </a:lnTo>
                  <a:lnTo>
                    <a:pt x="482977" y="177621"/>
                  </a:lnTo>
                  <a:lnTo>
                    <a:pt x="482977" y="163660"/>
                  </a:lnTo>
                  <a:close/>
                </a:path>
                <a:path w="874394" h="273050">
                  <a:moveTo>
                    <a:pt x="598223" y="246827"/>
                  </a:moveTo>
                  <a:lnTo>
                    <a:pt x="436047" y="246827"/>
                  </a:lnTo>
                  <a:lnTo>
                    <a:pt x="436047" y="256035"/>
                  </a:lnTo>
                  <a:lnTo>
                    <a:pt x="598223" y="256035"/>
                  </a:lnTo>
                  <a:lnTo>
                    <a:pt x="598223" y="246827"/>
                  </a:lnTo>
                  <a:close/>
                </a:path>
                <a:path w="874394" h="273050">
                  <a:moveTo>
                    <a:pt x="514164" y="137522"/>
                  </a:moveTo>
                  <a:lnTo>
                    <a:pt x="482977" y="137522"/>
                  </a:lnTo>
                  <a:lnTo>
                    <a:pt x="482977" y="177621"/>
                  </a:lnTo>
                  <a:lnTo>
                    <a:pt x="514164" y="177621"/>
                  </a:lnTo>
                  <a:lnTo>
                    <a:pt x="514164" y="137522"/>
                  </a:lnTo>
                  <a:close/>
                </a:path>
                <a:path w="874394" h="273050">
                  <a:moveTo>
                    <a:pt x="590500" y="163660"/>
                  </a:moveTo>
                  <a:lnTo>
                    <a:pt x="514164" y="163660"/>
                  </a:lnTo>
                  <a:lnTo>
                    <a:pt x="514164" y="177621"/>
                  </a:lnTo>
                  <a:lnTo>
                    <a:pt x="590500" y="177621"/>
                  </a:lnTo>
                  <a:lnTo>
                    <a:pt x="590500" y="163660"/>
                  </a:lnTo>
                  <a:close/>
                </a:path>
                <a:path w="874394" h="273050">
                  <a:moveTo>
                    <a:pt x="621094" y="119404"/>
                  </a:moveTo>
                  <a:lnTo>
                    <a:pt x="376345" y="119404"/>
                  </a:lnTo>
                  <a:lnTo>
                    <a:pt x="376345" y="142572"/>
                  </a:lnTo>
                  <a:lnTo>
                    <a:pt x="482977" y="142572"/>
                  </a:lnTo>
                  <a:lnTo>
                    <a:pt x="482977" y="137522"/>
                  </a:lnTo>
                  <a:lnTo>
                    <a:pt x="621094" y="137522"/>
                  </a:lnTo>
                  <a:lnTo>
                    <a:pt x="621094" y="119404"/>
                  </a:lnTo>
                  <a:close/>
                </a:path>
                <a:path w="874394" h="273050">
                  <a:moveTo>
                    <a:pt x="621094" y="137522"/>
                  </a:moveTo>
                  <a:lnTo>
                    <a:pt x="514164" y="137522"/>
                  </a:lnTo>
                  <a:lnTo>
                    <a:pt x="514164" y="142572"/>
                  </a:lnTo>
                  <a:lnTo>
                    <a:pt x="621094" y="142572"/>
                  </a:lnTo>
                  <a:lnTo>
                    <a:pt x="621094" y="137522"/>
                  </a:lnTo>
                  <a:close/>
                </a:path>
                <a:path w="874394" h="273050">
                  <a:moveTo>
                    <a:pt x="488323" y="35048"/>
                  </a:moveTo>
                  <a:lnTo>
                    <a:pt x="481492" y="35048"/>
                  </a:lnTo>
                  <a:lnTo>
                    <a:pt x="481492" y="45939"/>
                  </a:lnTo>
                  <a:lnTo>
                    <a:pt x="479314" y="51682"/>
                  </a:lnTo>
                  <a:lnTo>
                    <a:pt x="474957" y="57028"/>
                  </a:lnTo>
                  <a:lnTo>
                    <a:pt x="470799" y="62375"/>
                  </a:lnTo>
                  <a:lnTo>
                    <a:pt x="464660" y="67127"/>
                  </a:lnTo>
                  <a:lnTo>
                    <a:pt x="427136" y="81087"/>
                  </a:lnTo>
                  <a:lnTo>
                    <a:pt x="387632" y="86137"/>
                  </a:lnTo>
                  <a:lnTo>
                    <a:pt x="396543" y="109305"/>
                  </a:lnTo>
                  <a:lnTo>
                    <a:pt x="441987" y="102473"/>
                  </a:lnTo>
                  <a:lnTo>
                    <a:pt x="477630" y="88216"/>
                  </a:lnTo>
                  <a:lnTo>
                    <a:pt x="498452" y="70082"/>
                  </a:lnTo>
                  <a:lnTo>
                    <a:pt x="496343" y="67424"/>
                  </a:lnTo>
                  <a:lnTo>
                    <a:pt x="492834" y="61131"/>
                  </a:lnTo>
                  <a:lnTo>
                    <a:pt x="490328" y="54429"/>
                  </a:lnTo>
                  <a:lnTo>
                    <a:pt x="488825" y="47319"/>
                  </a:lnTo>
                  <a:lnTo>
                    <a:pt x="488323" y="39801"/>
                  </a:lnTo>
                  <a:lnTo>
                    <a:pt x="488323" y="35048"/>
                  </a:lnTo>
                  <a:close/>
                </a:path>
                <a:path w="874394" h="273050">
                  <a:moveTo>
                    <a:pt x="515650" y="35048"/>
                  </a:moveTo>
                  <a:lnTo>
                    <a:pt x="508818" y="35048"/>
                  </a:lnTo>
                  <a:lnTo>
                    <a:pt x="508818" y="39801"/>
                  </a:lnTo>
                  <a:lnTo>
                    <a:pt x="508394" y="45939"/>
                  </a:lnTo>
                  <a:lnTo>
                    <a:pt x="498452" y="70082"/>
                  </a:lnTo>
                  <a:lnTo>
                    <a:pt x="500910" y="73179"/>
                  </a:lnTo>
                  <a:lnTo>
                    <a:pt x="535773" y="96236"/>
                  </a:lnTo>
                  <a:lnTo>
                    <a:pt x="576540" y="106706"/>
                  </a:lnTo>
                  <a:lnTo>
                    <a:pt x="600599" y="109305"/>
                  </a:lnTo>
                  <a:lnTo>
                    <a:pt x="609510" y="86137"/>
                  </a:lnTo>
                  <a:lnTo>
                    <a:pt x="598668" y="85376"/>
                  </a:lnTo>
                  <a:lnTo>
                    <a:pt x="588421" y="84280"/>
                  </a:lnTo>
                  <a:lnTo>
                    <a:pt x="546707" y="74126"/>
                  </a:lnTo>
                  <a:lnTo>
                    <a:pt x="515650" y="45939"/>
                  </a:lnTo>
                  <a:lnTo>
                    <a:pt x="515650" y="35048"/>
                  </a:lnTo>
                  <a:close/>
                </a:path>
                <a:path w="874394" h="273050">
                  <a:moveTo>
                    <a:pt x="508818" y="35048"/>
                  </a:moveTo>
                  <a:lnTo>
                    <a:pt x="488323" y="35048"/>
                  </a:lnTo>
                  <a:lnTo>
                    <a:pt x="488323" y="39801"/>
                  </a:lnTo>
                  <a:lnTo>
                    <a:pt x="498452" y="70082"/>
                  </a:lnTo>
                  <a:lnTo>
                    <a:pt x="500501" y="67424"/>
                  </a:lnTo>
                  <a:lnTo>
                    <a:pt x="504140" y="61131"/>
                  </a:lnTo>
                  <a:lnTo>
                    <a:pt x="506739" y="54429"/>
                  </a:lnTo>
                  <a:lnTo>
                    <a:pt x="508298" y="47319"/>
                  </a:lnTo>
                  <a:lnTo>
                    <a:pt x="508818" y="39801"/>
                  </a:lnTo>
                  <a:lnTo>
                    <a:pt x="508818" y="35048"/>
                  </a:lnTo>
                  <a:close/>
                </a:path>
                <a:path w="874394" h="273050">
                  <a:moveTo>
                    <a:pt x="482977" y="23464"/>
                  </a:moveTo>
                  <a:lnTo>
                    <a:pt x="400404" y="23464"/>
                  </a:lnTo>
                  <a:lnTo>
                    <a:pt x="400404" y="46632"/>
                  </a:lnTo>
                  <a:lnTo>
                    <a:pt x="481229" y="46632"/>
                  </a:lnTo>
                  <a:lnTo>
                    <a:pt x="481492" y="45939"/>
                  </a:lnTo>
                  <a:lnTo>
                    <a:pt x="481492" y="35048"/>
                  </a:lnTo>
                  <a:lnTo>
                    <a:pt x="597034" y="35048"/>
                  </a:lnTo>
                  <a:lnTo>
                    <a:pt x="597034" y="32672"/>
                  </a:lnTo>
                  <a:lnTo>
                    <a:pt x="482977" y="32672"/>
                  </a:lnTo>
                  <a:lnTo>
                    <a:pt x="482977" y="23464"/>
                  </a:lnTo>
                  <a:close/>
                </a:path>
                <a:path w="874394" h="273050">
                  <a:moveTo>
                    <a:pt x="597034" y="35048"/>
                  </a:moveTo>
                  <a:lnTo>
                    <a:pt x="515650" y="35048"/>
                  </a:lnTo>
                  <a:lnTo>
                    <a:pt x="515650" y="45939"/>
                  </a:lnTo>
                  <a:lnTo>
                    <a:pt x="515901" y="46632"/>
                  </a:lnTo>
                  <a:lnTo>
                    <a:pt x="597034" y="46632"/>
                  </a:lnTo>
                  <a:lnTo>
                    <a:pt x="597034" y="35048"/>
                  </a:lnTo>
                  <a:close/>
                </a:path>
                <a:path w="874394" h="273050">
                  <a:moveTo>
                    <a:pt x="513867" y="0"/>
                  </a:moveTo>
                  <a:lnTo>
                    <a:pt x="482977" y="0"/>
                  </a:lnTo>
                  <a:lnTo>
                    <a:pt x="482977" y="32672"/>
                  </a:lnTo>
                  <a:lnTo>
                    <a:pt x="513867" y="32672"/>
                  </a:lnTo>
                  <a:lnTo>
                    <a:pt x="513867" y="0"/>
                  </a:lnTo>
                  <a:close/>
                </a:path>
                <a:path w="874394" h="273050">
                  <a:moveTo>
                    <a:pt x="597034" y="23464"/>
                  </a:moveTo>
                  <a:lnTo>
                    <a:pt x="513867" y="23464"/>
                  </a:lnTo>
                  <a:lnTo>
                    <a:pt x="513867" y="32672"/>
                  </a:lnTo>
                  <a:lnTo>
                    <a:pt x="597034" y="32672"/>
                  </a:lnTo>
                  <a:lnTo>
                    <a:pt x="597034" y="23464"/>
                  </a:lnTo>
                  <a:close/>
                </a:path>
                <a:path w="874394" h="273050">
                  <a:moveTo>
                    <a:pt x="777603" y="16930"/>
                  </a:moveTo>
                  <a:lnTo>
                    <a:pt x="659684" y="16930"/>
                  </a:lnTo>
                  <a:lnTo>
                    <a:pt x="659684" y="41880"/>
                  </a:lnTo>
                  <a:lnTo>
                    <a:pt x="746712" y="41880"/>
                  </a:lnTo>
                  <a:lnTo>
                    <a:pt x="746712" y="74256"/>
                  </a:lnTo>
                  <a:lnTo>
                    <a:pt x="660278" y="74256"/>
                  </a:lnTo>
                  <a:lnTo>
                    <a:pt x="660278" y="158314"/>
                  </a:lnTo>
                  <a:lnTo>
                    <a:pt x="692119" y="158314"/>
                  </a:lnTo>
                  <a:lnTo>
                    <a:pt x="719802" y="158017"/>
                  </a:lnTo>
                  <a:lnTo>
                    <a:pt x="715821" y="158017"/>
                  </a:lnTo>
                  <a:lnTo>
                    <a:pt x="737931" y="157404"/>
                  </a:lnTo>
                  <a:lnTo>
                    <a:pt x="777207" y="154354"/>
                  </a:lnTo>
                  <a:lnTo>
                    <a:pt x="793642" y="151779"/>
                  </a:lnTo>
                  <a:lnTo>
                    <a:pt x="793296" y="149106"/>
                  </a:lnTo>
                  <a:lnTo>
                    <a:pt x="690871" y="149106"/>
                  </a:lnTo>
                  <a:lnTo>
                    <a:pt x="690871" y="97721"/>
                  </a:lnTo>
                  <a:lnTo>
                    <a:pt x="777603" y="97721"/>
                  </a:lnTo>
                  <a:lnTo>
                    <a:pt x="777603" y="16930"/>
                  </a:lnTo>
                  <a:close/>
                </a:path>
                <a:path w="874394" h="273050">
                  <a:moveTo>
                    <a:pt x="790375" y="126532"/>
                  </a:moveTo>
                  <a:lnTo>
                    <a:pt x="751260" y="131674"/>
                  </a:lnTo>
                  <a:lnTo>
                    <a:pt x="695861" y="133364"/>
                  </a:lnTo>
                  <a:lnTo>
                    <a:pt x="690871" y="133364"/>
                  </a:lnTo>
                  <a:lnTo>
                    <a:pt x="690871" y="149106"/>
                  </a:lnTo>
                  <a:lnTo>
                    <a:pt x="793296" y="149106"/>
                  </a:lnTo>
                  <a:lnTo>
                    <a:pt x="790375" y="126532"/>
                  </a:lnTo>
                  <a:close/>
                </a:path>
                <a:path w="874394" h="273050">
                  <a:moveTo>
                    <a:pt x="874136" y="1188"/>
                  </a:moveTo>
                  <a:lnTo>
                    <a:pt x="842948" y="1188"/>
                  </a:lnTo>
                  <a:lnTo>
                    <a:pt x="842948" y="168413"/>
                  </a:lnTo>
                  <a:lnTo>
                    <a:pt x="874136" y="168413"/>
                  </a:lnTo>
                  <a:lnTo>
                    <a:pt x="874136" y="122077"/>
                  </a:lnTo>
                  <a:lnTo>
                    <a:pt x="849483" y="122077"/>
                  </a:lnTo>
                  <a:lnTo>
                    <a:pt x="849483" y="97127"/>
                  </a:lnTo>
                  <a:lnTo>
                    <a:pt x="874136" y="97127"/>
                  </a:lnTo>
                  <a:lnTo>
                    <a:pt x="874136" y="65345"/>
                  </a:lnTo>
                  <a:lnTo>
                    <a:pt x="849483" y="65345"/>
                  </a:lnTo>
                  <a:lnTo>
                    <a:pt x="849483" y="40098"/>
                  </a:lnTo>
                  <a:lnTo>
                    <a:pt x="874136" y="40098"/>
                  </a:lnTo>
                  <a:lnTo>
                    <a:pt x="874136" y="1188"/>
                  </a:lnTo>
                  <a:close/>
                </a:path>
                <a:path w="874394" h="273050">
                  <a:moveTo>
                    <a:pt x="842948" y="97127"/>
                  </a:moveTo>
                  <a:lnTo>
                    <a:pt x="794533" y="97127"/>
                  </a:lnTo>
                  <a:lnTo>
                    <a:pt x="794533" y="122077"/>
                  </a:lnTo>
                  <a:lnTo>
                    <a:pt x="842948" y="122077"/>
                  </a:lnTo>
                  <a:lnTo>
                    <a:pt x="842948" y="97127"/>
                  </a:lnTo>
                  <a:close/>
                </a:path>
                <a:path w="874394" h="273050">
                  <a:moveTo>
                    <a:pt x="874136" y="97127"/>
                  </a:moveTo>
                  <a:lnTo>
                    <a:pt x="849483" y="97127"/>
                  </a:lnTo>
                  <a:lnTo>
                    <a:pt x="849483" y="122077"/>
                  </a:lnTo>
                  <a:lnTo>
                    <a:pt x="874136" y="122077"/>
                  </a:lnTo>
                  <a:lnTo>
                    <a:pt x="874136" y="97127"/>
                  </a:lnTo>
                  <a:close/>
                </a:path>
                <a:path w="874394" h="273050">
                  <a:moveTo>
                    <a:pt x="842948" y="40098"/>
                  </a:moveTo>
                  <a:lnTo>
                    <a:pt x="794533" y="40098"/>
                  </a:lnTo>
                  <a:lnTo>
                    <a:pt x="794533" y="65345"/>
                  </a:lnTo>
                  <a:lnTo>
                    <a:pt x="842948" y="65345"/>
                  </a:lnTo>
                  <a:lnTo>
                    <a:pt x="842948" y="40098"/>
                  </a:lnTo>
                  <a:close/>
                </a:path>
                <a:path w="874394" h="273050">
                  <a:moveTo>
                    <a:pt x="874136" y="40098"/>
                  </a:moveTo>
                  <a:lnTo>
                    <a:pt x="849483" y="40098"/>
                  </a:lnTo>
                  <a:lnTo>
                    <a:pt x="849483" y="65345"/>
                  </a:lnTo>
                  <a:lnTo>
                    <a:pt x="874136" y="65345"/>
                  </a:lnTo>
                  <a:lnTo>
                    <a:pt x="874136" y="40098"/>
                  </a:lnTo>
                  <a:close/>
                </a:path>
                <a:path w="874394" h="273050">
                  <a:moveTo>
                    <a:pt x="874136" y="181779"/>
                  </a:moveTo>
                  <a:lnTo>
                    <a:pt x="690574" y="181779"/>
                  </a:lnTo>
                  <a:lnTo>
                    <a:pt x="690574" y="206729"/>
                  </a:lnTo>
                  <a:lnTo>
                    <a:pt x="842948" y="206729"/>
                  </a:lnTo>
                  <a:lnTo>
                    <a:pt x="842948" y="272966"/>
                  </a:lnTo>
                  <a:lnTo>
                    <a:pt x="874136" y="272966"/>
                  </a:lnTo>
                  <a:lnTo>
                    <a:pt x="874136" y="181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146105" y="2397832"/>
              <a:ext cx="1706880" cy="722630"/>
            </a:xfrm>
            <a:custGeom>
              <a:avLst/>
              <a:gdLst/>
              <a:ahLst/>
              <a:cxnLst/>
              <a:rect l="l" t="t" r="r" b="b"/>
              <a:pathLst>
                <a:path w="1706880" h="722630">
                  <a:moveTo>
                    <a:pt x="1558241" y="0"/>
                  </a:moveTo>
                  <a:lnTo>
                    <a:pt x="148512" y="0"/>
                  </a:lnTo>
                  <a:lnTo>
                    <a:pt x="101571" y="7571"/>
                  </a:lnTo>
                  <a:lnTo>
                    <a:pt x="60802" y="28654"/>
                  </a:lnTo>
                  <a:lnTo>
                    <a:pt x="28654" y="60802"/>
                  </a:lnTo>
                  <a:lnTo>
                    <a:pt x="7571" y="101571"/>
                  </a:lnTo>
                  <a:lnTo>
                    <a:pt x="0" y="148512"/>
                  </a:lnTo>
                  <a:lnTo>
                    <a:pt x="0" y="573978"/>
                  </a:lnTo>
                  <a:lnTo>
                    <a:pt x="7571" y="620919"/>
                  </a:lnTo>
                  <a:lnTo>
                    <a:pt x="28654" y="661688"/>
                  </a:lnTo>
                  <a:lnTo>
                    <a:pt x="60802" y="693836"/>
                  </a:lnTo>
                  <a:lnTo>
                    <a:pt x="101571" y="714919"/>
                  </a:lnTo>
                  <a:lnTo>
                    <a:pt x="148512" y="722491"/>
                  </a:lnTo>
                  <a:lnTo>
                    <a:pt x="1558241" y="722491"/>
                  </a:lnTo>
                  <a:lnTo>
                    <a:pt x="1605183" y="714919"/>
                  </a:lnTo>
                  <a:lnTo>
                    <a:pt x="1645951" y="693836"/>
                  </a:lnTo>
                  <a:lnTo>
                    <a:pt x="1678100" y="661688"/>
                  </a:lnTo>
                  <a:lnTo>
                    <a:pt x="1699183" y="620920"/>
                  </a:lnTo>
                  <a:lnTo>
                    <a:pt x="1706754" y="573978"/>
                  </a:lnTo>
                  <a:lnTo>
                    <a:pt x="1706754" y="148512"/>
                  </a:lnTo>
                  <a:lnTo>
                    <a:pt x="1699183" y="101571"/>
                  </a:lnTo>
                  <a:lnTo>
                    <a:pt x="1678100" y="60802"/>
                  </a:lnTo>
                  <a:lnTo>
                    <a:pt x="1645951" y="28654"/>
                  </a:lnTo>
                  <a:lnTo>
                    <a:pt x="1605183" y="7571"/>
                  </a:lnTo>
                  <a:lnTo>
                    <a:pt x="1558241" y="0"/>
                  </a:lnTo>
                  <a:close/>
                </a:path>
              </a:pathLst>
            </a:custGeom>
            <a:solidFill>
              <a:srgbClr val="282F3A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5517852" y="3361154"/>
            <a:ext cx="3110230" cy="6890384"/>
            <a:chOff x="15517852" y="3361154"/>
            <a:chExt cx="3110230" cy="6890384"/>
          </a:xfrm>
        </p:grpSpPr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926217" y="3361154"/>
              <a:ext cx="2251240" cy="638723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769154" y="5916050"/>
              <a:ext cx="136121" cy="42930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517852" y="9748394"/>
              <a:ext cx="3109852" cy="5026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7563" y="1025204"/>
            <a:ext cx="3641090" cy="534035"/>
            <a:chOff x="937563" y="1025204"/>
            <a:chExt cx="3641090" cy="534035"/>
          </a:xfrm>
        </p:grpSpPr>
        <p:sp>
          <p:nvSpPr>
            <p:cNvPr id="3" name="object 3"/>
            <p:cNvSpPr/>
            <p:nvPr/>
          </p:nvSpPr>
          <p:spPr>
            <a:xfrm>
              <a:off x="937563" y="1025204"/>
              <a:ext cx="3641090" cy="534035"/>
            </a:xfrm>
            <a:custGeom>
              <a:avLst/>
              <a:gdLst/>
              <a:ahLst/>
              <a:cxnLst/>
              <a:rect l="l" t="t" r="r" b="b"/>
              <a:pathLst>
                <a:path w="3641090" h="534035">
                  <a:moveTo>
                    <a:pt x="117483" y="30522"/>
                  </a:moveTo>
                  <a:lnTo>
                    <a:pt x="103085" y="30522"/>
                  </a:lnTo>
                  <a:lnTo>
                    <a:pt x="103085" y="92143"/>
                  </a:lnTo>
                  <a:lnTo>
                    <a:pt x="102455" y="106757"/>
                  </a:lnTo>
                  <a:lnTo>
                    <a:pt x="92719" y="152613"/>
                  </a:lnTo>
                  <a:lnTo>
                    <a:pt x="70043" y="195805"/>
                  </a:lnTo>
                  <a:lnTo>
                    <a:pt x="33258" y="232663"/>
                  </a:lnTo>
                  <a:lnTo>
                    <a:pt x="0" y="251667"/>
                  </a:lnTo>
                  <a:lnTo>
                    <a:pt x="40312" y="310985"/>
                  </a:lnTo>
                  <a:lnTo>
                    <a:pt x="79761" y="288237"/>
                  </a:lnTo>
                  <a:lnTo>
                    <a:pt x="110572" y="258002"/>
                  </a:lnTo>
                  <a:lnTo>
                    <a:pt x="134040" y="221721"/>
                  </a:lnTo>
                  <a:lnTo>
                    <a:pt x="141153" y="206078"/>
                  </a:lnTo>
                  <a:lnTo>
                    <a:pt x="136487" y="196165"/>
                  </a:lnTo>
                  <a:lnTo>
                    <a:pt x="129577" y="176800"/>
                  </a:lnTo>
                  <a:lnTo>
                    <a:pt x="120519" y="135552"/>
                  </a:lnTo>
                  <a:lnTo>
                    <a:pt x="117483" y="92143"/>
                  </a:lnTo>
                  <a:lnTo>
                    <a:pt x="117483" y="30522"/>
                  </a:lnTo>
                  <a:close/>
                </a:path>
                <a:path w="3641090" h="534035">
                  <a:moveTo>
                    <a:pt x="177376" y="30522"/>
                  </a:moveTo>
                  <a:lnTo>
                    <a:pt x="162979" y="30522"/>
                  </a:lnTo>
                  <a:lnTo>
                    <a:pt x="162979" y="92143"/>
                  </a:lnTo>
                  <a:lnTo>
                    <a:pt x="162211" y="114063"/>
                  </a:lnTo>
                  <a:lnTo>
                    <a:pt x="155852" y="159092"/>
                  </a:lnTo>
                  <a:lnTo>
                    <a:pt x="143074" y="201852"/>
                  </a:lnTo>
                  <a:lnTo>
                    <a:pt x="141153" y="206078"/>
                  </a:lnTo>
                  <a:lnTo>
                    <a:pt x="145126" y="214522"/>
                  </a:lnTo>
                  <a:lnTo>
                    <a:pt x="167586" y="248212"/>
                  </a:lnTo>
                  <a:lnTo>
                    <a:pt x="197821" y="275855"/>
                  </a:lnTo>
                  <a:lnTo>
                    <a:pt x="235542" y="296587"/>
                  </a:lnTo>
                  <a:lnTo>
                    <a:pt x="275855" y="238422"/>
                  </a:lnTo>
                  <a:lnTo>
                    <a:pt x="259118" y="230431"/>
                  </a:lnTo>
                  <a:lnTo>
                    <a:pt x="244037" y="221433"/>
                  </a:lnTo>
                  <a:lnTo>
                    <a:pt x="208655" y="188606"/>
                  </a:lnTo>
                  <a:lnTo>
                    <a:pt x="187167" y="149733"/>
                  </a:lnTo>
                  <a:lnTo>
                    <a:pt x="178038" y="107153"/>
                  </a:lnTo>
                  <a:lnTo>
                    <a:pt x="177988" y="106757"/>
                  </a:lnTo>
                  <a:lnTo>
                    <a:pt x="177376" y="92143"/>
                  </a:lnTo>
                  <a:lnTo>
                    <a:pt x="177376" y="30522"/>
                  </a:lnTo>
                  <a:close/>
                </a:path>
                <a:path w="3641090" h="534035">
                  <a:moveTo>
                    <a:pt x="162979" y="30522"/>
                  </a:moveTo>
                  <a:lnTo>
                    <a:pt x="117483" y="30522"/>
                  </a:lnTo>
                  <a:lnTo>
                    <a:pt x="117483" y="92143"/>
                  </a:lnTo>
                  <a:lnTo>
                    <a:pt x="120519" y="135552"/>
                  </a:lnTo>
                  <a:lnTo>
                    <a:pt x="129577" y="176800"/>
                  </a:lnTo>
                  <a:lnTo>
                    <a:pt x="141153" y="206078"/>
                  </a:lnTo>
                  <a:lnTo>
                    <a:pt x="143074" y="201852"/>
                  </a:lnTo>
                  <a:lnTo>
                    <a:pt x="150309" y="180832"/>
                  </a:lnTo>
                  <a:lnTo>
                    <a:pt x="155852" y="159092"/>
                  </a:lnTo>
                  <a:lnTo>
                    <a:pt x="159753" y="137387"/>
                  </a:lnTo>
                  <a:lnTo>
                    <a:pt x="159811" y="137063"/>
                  </a:lnTo>
                  <a:lnTo>
                    <a:pt x="162187" y="114747"/>
                  </a:lnTo>
                  <a:lnTo>
                    <a:pt x="162979" y="92143"/>
                  </a:lnTo>
                  <a:lnTo>
                    <a:pt x="162979" y="30522"/>
                  </a:lnTo>
                  <a:close/>
                </a:path>
                <a:path w="3641090" h="534035">
                  <a:moveTo>
                    <a:pt x="461870" y="575"/>
                  </a:moveTo>
                  <a:lnTo>
                    <a:pt x="388731" y="575"/>
                  </a:lnTo>
                  <a:lnTo>
                    <a:pt x="388731" y="324231"/>
                  </a:lnTo>
                  <a:lnTo>
                    <a:pt x="461870" y="324231"/>
                  </a:lnTo>
                  <a:lnTo>
                    <a:pt x="461870" y="191774"/>
                  </a:lnTo>
                  <a:lnTo>
                    <a:pt x="410039" y="191774"/>
                  </a:lnTo>
                  <a:lnTo>
                    <a:pt x="410039" y="130153"/>
                  </a:lnTo>
                  <a:lnTo>
                    <a:pt x="461870" y="130153"/>
                  </a:lnTo>
                  <a:lnTo>
                    <a:pt x="461870" y="575"/>
                  </a:lnTo>
                  <a:close/>
                </a:path>
                <a:path w="3641090" h="534035">
                  <a:moveTo>
                    <a:pt x="347842" y="8638"/>
                  </a:moveTo>
                  <a:lnTo>
                    <a:pt x="276431" y="8638"/>
                  </a:lnTo>
                  <a:lnTo>
                    <a:pt x="276431" y="321351"/>
                  </a:lnTo>
                  <a:lnTo>
                    <a:pt x="347842" y="321351"/>
                  </a:lnTo>
                  <a:lnTo>
                    <a:pt x="347842" y="191774"/>
                  </a:lnTo>
                  <a:lnTo>
                    <a:pt x="325382" y="191774"/>
                  </a:lnTo>
                  <a:lnTo>
                    <a:pt x="325382" y="130153"/>
                  </a:lnTo>
                  <a:lnTo>
                    <a:pt x="347842" y="130153"/>
                  </a:lnTo>
                  <a:lnTo>
                    <a:pt x="347842" y="8638"/>
                  </a:lnTo>
                  <a:close/>
                </a:path>
                <a:path w="3641090" h="534035">
                  <a:moveTo>
                    <a:pt x="347842" y="130153"/>
                  </a:moveTo>
                  <a:lnTo>
                    <a:pt x="325382" y="130153"/>
                  </a:lnTo>
                  <a:lnTo>
                    <a:pt x="325382" y="191774"/>
                  </a:lnTo>
                  <a:lnTo>
                    <a:pt x="347842" y="191774"/>
                  </a:lnTo>
                  <a:lnTo>
                    <a:pt x="347842" y="130153"/>
                  </a:lnTo>
                  <a:close/>
                </a:path>
                <a:path w="3641090" h="534035">
                  <a:moveTo>
                    <a:pt x="388731" y="130153"/>
                  </a:moveTo>
                  <a:lnTo>
                    <a:pt x="347842" y="130153"/>
                  </a:lnTo>
                  <a:lnTo>
                    <a:pt x="347842" y="191774"/>
                  </a:lnTo>
                  <a:lnTo>
                    <a:pt x="388731" y="191774"/>
                  </a:lnTo>
                  <a:lnTo>
                    <a:pt x="388731" y="130153"/>
                  </a:lnTo>
                  <a:close/>
                </a:path>
                <a:path w="3641090" h="534035">
                  <a:moveTo>
                    <a:pt x="461870" y="130153"/>
                  </a:moveTo>
                  <a:lnTo>
                    <a:pt x="410039" y="130153"/>
                  </a:lnTo>
                  <a:lnTo>
                    <a:pt x="410039" y="191774"/>
                  </a:lnTo>
                  <a:lnTo>
                    <a:pt x="461870" y="191774"/>
                  </a:lnTo>
                  <a:lnTo>
                    <a:pt x="461870" y="130153"/>
                  </a:lnTo>
                  <a:close/>
                </a:path>
                <a:path w="3641090" h="534035">
                  <a:moveTo>
                    <a:pt x="461870" y="347266"/>
                  </a:moveTo>
                  <a:lnTo>
                    <a:pt x="95023" y="347266"/>
                  </a:lnTo>
                  <a:lnTo>
                    <a:pt x="95023" y="408312"/>
                  </a:lnTo>
                  <a:lnTo>
                    <a:pt x="385276" y="408312"/>
                  </a:lnTo>
                  <a:lnTo>
                    <a:pt x="385276" y="533858"/>
                  </a:lnTo>
                  <a:lnTo>
                    <a:pt x="461870" y="533858"/>
                  </a:lnTo>
                  <a:lnTo>
                    <a:pt x="461870" y="347266"/>
                  </a:lnTo>
                  <a:close/>
                </a:path>
                <a:path w="3641090" h="534035">
                  <a:moveTo>
                    <a:pt x="669725" y="28794"/>
                  </a:moveTo>
                  <a:lnTo>
                    <a:pt x="654175" y="28794"/>
                  </a:lnTo>
                  <a:lnTo>
                    <a:pt x="654175" y="76594"/>
                  </a:lnTo>
                  <a:lnTo>
                    <a:pt x="653384" y="94375"/>
                  </a:lnTo>
                  <a:lnTo>
                    <a:pt x="641506" y="146854"/>
                  </a:lnTo>
                  <a:lnTo>
                    <a:pt x="614078" y="194473"/>
                  </a:lnTo>
                  <a:lnTo>
                    <a:pt x="586291" y="221037"/>
                  </a:lnTo>
                  <a:lnTo>
                    <a:pt x="550010" y="242057"/>
                  </a:lnTo>
                  <a:lnTo>
                    <a:pt x="528630" y="250515"/>
                  </a:lnTo>
                  <a:lnTo>
                    <a:pt x="568942" y="310409"/>
                  </a:lnTo>
                  <a:lnTo>
                    <a:pt x="615158" y="288669"/>
                  </a:lnTo>
                  <a:lnTo>
                    <a:pt x="652448" y="258002"/>
                  </a:lnTo>
                  <a:lnTo>
                    <a:pt x="680955" y="219993"/>
                  </a:lnTo>
                  <a:lnTo>
                    <a:pt x="693622" y="194609"/>
                  </a:lnTo>
                  <a:lnTo>
                    <a:pt x="693545" y="194473"/>
                  </a:lnTo>
                  <a:lnTo>
                    <a:pt x="693444" y="194293"/>
                  </a:lnTo>
                  <a:lnTo>
                    <a:pt x="684698" y="173921"/>
                  </a:lnTo>
                  <a:lnTo>
                    <a:pt x="678147" y="152505"/>
                  </a:lnTo>
                  <a:lnTo>
                    <a:pt x="673559" y="130729"/>
                  </a:lnTo>
                  <a:lnTo>
                    <a:pt x="673468" y="130297"/>
                  </a:lnTo>
                  <a:lnTo>
                    <a:pt x="670674" y="107405"/>
                  </a:lnTo>
                  <a:lnTo>
                    <a:pt x="669725" y="83505"/>
                  </a:lnTo>
                  <a:lnTo>
                    <a:pt x="669725" y="28794"/>
                  </a:lnTo>
                  <a:close/>
                </a:path>
                <a:path w="3641090" h="534035">
                  <a:moveTo>
                    <a:pt x="731346" y="28794"/>
                  </a:moveTo>
                  <a:lnTo>
                    <a:pt x="716948" y="28794"/>
                  </a:lnTo>
                  <a:lnTo>
                    <a:pt x="716948" y="76594"/>
                  </a:lnTo>
                  <a:lnTo>
                    <a:pt x="715941" y="102473"/>
                  </a:lnTo>
                  <a:lnTo>
                    <a:pt x="707878" y="152289"/>
                  </a:lnTo>
                  <a:lnTo>
                    <a:pt x="693745" y="194293"/>
                  </a:lnTo>
                  <a:lnTo>
                    <a:pt x="693622" y="194609"/>
                  </a:lnTo>
                  <a:lnTo>
                    <a:pt x="704135" y="213370"/>
                  </a:lnTo>
                  <a:lnTo>
                    <a:pt x="731346" y="247636"/>
                  </a:lnTo>
                  <a:lnTo>
                    <a:pt x="767196" y="275423"/>
                  </a:lnTo>
                  <a:lnTo>
                    <a:pt x="811396" y="295436"/>
                  </a:lnTo>
                  <a:lnTo>
                    <a:pt x="851133" y="235542"/>
                  </a:lnTo>
                  <a:lnTo>
                    <a:pt x="835871" y="230287"/>
                  </a:lnTo>
                  <a:lnTo>
                    <a:pt x="821762" y="224312"/>
                  </a:lnTo>
                  <a:lnTo>
                    <a:pt x="786272" y="201888"/>
                  </a:lnTo>
                  <a:lnTo>
                    <a:pt x="760141" y="173921"/>
                  </a:lnTo>
                  <a:lnTo>
                    <a:pt x="738257" y="130729"/>
                  </a:lnTo>
                  <a:lnTo>
                    <a:pt x="731346" y="83505"/>
                  </a:lnTo>
                  <a:lnTo>
                    <a:pt x="731346" y="28794"/>
                  </a:lnTo>
                  <a:close/>
                </a:path>
                <a:path w="3641090" h="534035">
                  <a:moveTo>
                    <a:pt x="716948" y="28794"/>
                  </a:moveTo>
                  <a:lnTo>
                    <a:pt x="669725" y="28794"/>
                  </a:lnTo>
                  <a:lnTo>
                    <a:pt x="669725" y="83505"/>
                  </a:lnTo>
                  <a:lnTo>
                    <a:pt x="670674" y="107405"/>
                  </a:lnTo>
                  <a:lnTo>
                    <a:pt x="673371" y="129505"/>
                  </a:lnTo>
                  <a:lnTo>
                    <a:pt x="673468" y="130297"/>
                  </a:lnTo>
                  <a:lnTo>
                    <a:pt x="678102" y="152289"/>
                  </a:lnTo>
                  <a:lnTo>
                    <a:pt x="678147" y="152505"/>
                  </a:lnTo>
                  <a:lnTo>
                    <a:pt x="684698" y="173921"/>
                  </a:lnTo>
                  <a:lnTo>
                    <a:pt x="693444" y="194293"/>
                  </a:lnTo>
                  <a:lnTo>
                    <a:pt x="693545" y="194473"/>
                  </a:lnTo>
                  <a:lnTo>
                    <a:pt x="693622" y="194609"/>
                  </a:lnTo>
                  <a:lnTo>
                    <a:pt x="700823" y="176225"/>
                  </a:lnTo>
                  <a:lnTo>
                    <a:pt x="707814" y="152505"/>
                  </a:lnTo>
                  <a:lnTo>
                    <a:pt x="707878" y="152289"/>
                  </a:lnTo>
                  <a:lnTo>
                    <a:pt x="712917" y="127705"/>
                  </a:lnTo>
                  <a:lnTo>
                    <a:pt x="715941" y="102473"/>
                  </a:lnTo>
                  <a:lnTo>
                    <a:pt x="716948" y="76594"/>
                  </a:lnTo>
                  <a:lnTo>
                    <a:pt x="716948" y="28794"/>
                  </a:lnTo>
                  <a:close/>
                </a:path>
                <a:path w="3641090" h="534035">
                  <a:moveTo>
                    <a:pt x="956522" y="575"/>
                  </a:moveTo>
                  <a:lnTo>
                    <a:pt x="879928" y="575"/>
                  </a:lnTo>
                  <a:lnTo>
                    <a:pt x="879928" y="315592"/>
                  </a:lnTo>
                  <a:lnTo>
                    <a:pt x="956522" y="315592"/>
                  </a:lnTo>
                  <a:lnTo>
                    <a:pt x="956522" y="187167"/>
                  </a:lnTo>
                  <a:lnTo>
                    <a:pt x="935790" y="187167"/>
                  </a:lnTo>
                  <a:lnTo>
                    <a:pt x="935790" y="123818"/>
                  </a:lnTo>
                  <a:lnTo>
                    <a:pt x="956522" y="123818"/>
                  </a:lnTo>
                  <a:lnTo>
                    <a:pt x="956522" y="575"/>
                  </a:lnTo>
                  <a:close/>
                </a:path>
                <a:path w="3641090" h="534035">
                  <a:moveTo>
                    <a:pt x="956522" y="123818"/>
                  </a:moveTo>
                  <a:lnTo>
                    <a:pt x="935790" y="123818"/>
                  </a:lnTo>
                  <a:lnTo>
                    <a:pt x="935790" y="187167"/>
                  </a:lnTo>
                  <a:lnTo>
                    <a:pt x="956522" y="187167"/>
                  </a:lnTo>
                  <a:lnTo>
                    <a:pt x="956522" y="123818"/>
                  </a:lnTo>
                  <a:close/>
                </a:path>
                <a:path w="3641090" h="534035">
                  <a:moveTo>
                    <a:pt x="1027358" y="123818"/>
                  </a:moveTo>
                  <a:lnTo>
                    <a:pt x="956522" y="123818"/>
                  </a:lnTo>
                  <a:lnTo>
                    <a:pt x="956522" y="187167"/>
                  </a:lnTo>
                  <a:lnTo>
                    <a:pt x="1027358" y="187167"/>
                  </a:lnTo>
                  <a:lnTo>
                    <a:pt x="1027358" y="123818"/>
                  </a:lnTo>
                  <a:close/>
                </a:path>
                <a:path w="3641090" h="534035">
                  <a:moveTo>
                    <a:pt x="782601" y="327686"/>
                  </a:moveTo>
                  <a:lnTo>
                    <a:pt x="730914" y="330853"/>
                  </a:lnTo>
                  <a:lnTo>
                    <a:pt x="686426" y="340356"/>
                  </a:lnTo>
                  <a:lnTo>
                    <a:pt x="650576" y="355185"/>
                  </a:lnTo>
                  <a:lnTo>
                    <a:pt x="614078" y="387363"/>
                  </a:lnTo>
                  <a:lnTo>
                    <a:pt x="601769" y="430772"/>
                  </a:lnTo>
                  <a:lnTo>
                    <a:pt x="603136" y="446321"/>
                  </a:lnTo>
                  <a:lnTo>
                    <a:pt x="623653" y="486058"/>
                  </a:lnTo>
                  <a:lnTo>
                    <a:pt x="667385" y="514457"/>
                  </a:lnTo>
                  <a:lnTo>
                    <a:pt x="707770" y="526731"/>
                  </a:lnTo>
                  <a:lnTo>
                    <a:pt x="755858" y="533066"/>
                  </a:lnTo>
                  <a:lnTo>
                    <a:pt x="782601" y="533858"/>
                  </a:lnTo>
                  <a:lnTo>
                    <a:pt x="809560" y="533066"/>
                  </a:lnTo>
                  <a:lnTo>
                    <a:pt x="857648" y="526731"/>
                  </a:lnTo>
                  <a:lnTo>
                    <a:pt x="897781" y="514457"/>
                  </a:lnTo>
                  <a:lnTo>
                    <a:pt x="940973" y="486058"/>
                  </a:lnTo>
                  <a:lnTo>
                    <a:pt x="950091" y="474540"/>
                  </a:lnTo>
                  <a:lnTo>
                    <a:pt x="782601" y="474540"/>
                  </a:lnTo>
                  <a:lnTo>
                    <a:pt x="766296" y="474252"/>
                  </a:lnTo>
                  <a:lnTo>
                    <a:pt x="725587" y="469933"/>
                  </a:lnTo>
                  <a:lnTo>
                    <a:pt x="690457" y="454960"/>
                  </a:lnTo>
                  <a:lnTo>
                    <a:pt x="678363" y="430772"/>
                  </a:lnTo>
                  <a:lnTo>
                    <a:pt x="679119" y="423645"/>
                  </a:lnTo>
                  <a:lnTo>
                    <a:pt x="714753" y="394814"/>
                  </a:lnTo>
                  <a:lnTo>
                    <a:pt x="765742" y="387363"/>
                  </a:lnTo>
                  <a:lnTo>
                    <a:pt x="764484" y="387363"/>
                  </a:lnTo>
                  <a:lnTo>
                    <a:pt x="782601" y="387003"/>
                  </a:lnTo>
                  <a:lnTo>
                    <a:pt x="950257" y="387003"/>
                  </a:lnTo>
                  <a:lnTo>
                    <a:pt x="940973" y="375485"/>
                  </a:lnTo>
                  <a:lnTo>
                    <a:pt x="897781" y="347086"/>
                  </a:lnTo>
                  <a:lnTo>
                    <a:pt x="857648" y="334813"/>
                  </a:lnTo>
                  <a:lnTo>
                    <a:pt x="809560" y="328478"/>
                  </a:lnTo>
                  <a:lnTo>
                    <a:pt x="782601" y="327686"/>
                  </a:lnTo>
                  <a:close/>
                </a:path>
                <a:path w="3641090" h="534035">
                  <a:moveTo>
                    <a:pt x="950257" y="387003"/>
                  </a:moveTo>
                  <a:lnTo>
                    <a:pt x="782601" y="387003"/>
                  </a:lnTo>
                  <a:lnTo>
                    <a:pt x="800718" y="387363"/>
                  </a:lnTo>
                  <a:lnTo>
                    <a:pt x="799459" y="387363"/>
                  </a:lnTo>
                  <a:lnTo>
                    <a:pt x="839615" y="392187"/>
                  </a:lnTo>
                  <a:lnTo>
                    <a:pt x="880036" y="411551"/>
                  </a:lnTo>
                  <a:lnTo>
                    <a:pt x="886838" y="430772"/>
                  </a:lnTo>
                  <a:lnTo>
                    <a:pt x="886083" y="437683"/>
                  </a:lnTo>
                  <a:lnTo>
                    <a:pt x="850665" y="467053"/>
                  </a:lnTo>
                  <a:lnTo>
                    <a:pt x="798906" y="474252"/>
                  </a:lnTo>
                  <a:lnTo>
                    <a:pt x="782601" y="474540"/>
                  </a:lnTo>
                  <a:lnTo>
                    <a:pt x="950091" y="474540"/>
                  </a:lnTo>
                  <a:lnTo>
                    <a:pt x="950547" y="473964"/>
                  </a:lnTo>
                  <a:lnTo>
                    <a:pt x="957386" y="460718"/>
                  </a:lnTo>
                  <a:lnTo>
                    <a:pt x="961489" y="446321"/>
                  </a:lnTo>
                  <a:lnTo>
                    <a:pt x="962857" y="430772"/>
                  </a:lnTo>
                  <a:lnTo>
                    <a:pt x="961489" y="415007"/>
                  </a:lnTo>
                  <a:lnTo>
                    <a:pt x="957386" y="400537"/>
                  </a:lnTo>
                  <a:lnTo>
                    <a:pt x="950547" y="387363"/>
                  </a:lnTo>
                  <a:lnTo>
                    <a:pt x="950257" y="387003"/>
                  </a:lnTo>
                  <a:close/>
                </a:path>
                <a:path w="3641090" h="534035">
                  <a:moveTo>
                    <a:pt x="1619593" y="0"/>
                  </a:moveTo>
                  <a:lnTo>
                    <a:pt x="1542999" y="0"/>
                  </a:lnTo>
                  <a:lnTo>
                    <a:pt x="1542999" y="297739"/>
                  </a:lnTo>
                  <a:lnTo>
                    <a:pt x="1619593" y="297739"/>
                  </a:lnTo>
                  <a:lnTo>
                    <a:pt x="1619593" y="178528"/>
                  </a:lnTo>
                  <a:lnTo>
                    <a:pt x="1598861" y="178528"/>
                  </a:lnTo>
                  <a:lnTo>
                    <a:pt x="1598861" y="116331"/>
                  </a:lnTo>
                  <a:lnTo>
                    <a:pt x="1619593" y="116331"/>
                  </a:lnTo>
                  <a:lnTo>
                    <a:pt x="1619593" y="0"/>
                  </a:lnTo>
                  <a:close/>
                </a:path>
                <a:path w="3641090" h="534035">
                  <a:moveTo>
                    <a:pt x="1619593" y="116331"/>
                  </a:moveTo>
                  <a:lnTo>
                    <a:pt x="1598861" y="116331"/>
                  </a:lnTo>
                  <a:lnTo>
                    <a:pt x="1598861" y="178528"/>
                  </a:lnTo>
                  <a:lnTo>
                    <a:pt x="1619593" y="178528"/>
                  </a:lnTo>
                  <a:lnTo>
                    <a:pt x="1619593" y="116331"/>
                  </a:lnTo>
                  <a:close/>
                </a:path>
                <a:path w="3641090" h="534035">
                  <a:moveTo>
                    <a:pt x="1690429" y="116331"/>
                  </a:moveTo>
                  <a:lnTo>
                    <a:pt x="1619593" y="116331"/>
                  </a:lnTo>
                  <a:lnTo>
                    <a:pt x="1619593" y="178528"/>
                  </a:lnTo>
                  <a:lnTo>
                    <a:pt x="1690429" y="178528"/>
                  </a:lnTo>
                  <a:lnTo>
                    <a:pt x="1690429" y="116331"/>
                  </a:lnTo>
                  <a:close/>
                </a:path>
                <a:path w="3641090" h="534035">
                  <a:moveTo>
                    <a:pt x="1435881" y="30522"/>
                  </a:moveTo>
                  <a:lnTo>
                    <a:pt x="1390385" y="30522"/>
                  </a:lnTo>
                  <a:lnTo>
                    <a:pt x="1390385" y="69107"/>
                  </a:lnTo>
                  <a:lnTo>
                    <a:pt x="1389018" y="88688"/>
                  </a:lnTo>
                  <a:lnTo>
                    <a:pt x="1378076" y="126121"/>
                  </a:lnTo>
                  <a:lnTo>
                    <a:pt x="1356227" y="161035"/>
                  </a:lnTo>
                  <a:lnTo>
                    <a:pt x="1323689" y="192134"/>
                  </a:lnTo>
                  <a:lnTo>
                    <a:pt x="1280425" y="219057"/>
                  </a:lnTo>
                  <a:lnTo>
                    <a:pt x="1226002" y="240941"/>
                  </a:lnTo>
                  <a:lnTo>
                    <a:pt x="1194580" y="249940"/>
                  </a:lnTo>
                  <a:lnTo>
                    <a:pt x="1224527" y="309833"/>
                  </a:lnTo>
                  <a:lnTo>
                    <a:pt x="1262752" y="298387"/>
                  </a:lnTo>
                  <a:lnTo>
                    <a:pt x="1330132" y="269016"/>
                  </a:lnTo>
                  <a:lnTo>
                    <a:pt x="1385238" y="230755"/>
                  </a:lnTo>
                  <a:lnTo>
                    <a:pt x="1426991" y="183819"/>
                  </a:lnTo>
                  <a:lnTo>
                    <a:pt x="1455390" y="128353"/>
                  </a:lnTo>
                  <a:lnTo>
                    <a:pt x="1465390" y="91567"/>
                  </a:lnTo>
                  <a:lnTo>
                    <a:pt x="1435881" y="91567"/>
                  </a:lnTo>
                  <a:lnTo>
                    <a:pt x="1435881" y="30522"/>
                  </a:lnTo>
                  <a:close/>
                </a:path>
                <a:path w="3641090" h="534035">
                  <a:moveTo>
                    <a:pt x="1390385" y="30522"/>
                  </a:moveTo>
                  <a:lnTo>
                    <a:pt x="1219919" y="30522"/>
                  </a:lnTo>
                  <a:lnTo>
                    <a:pt x="1219919" y="91567"/>
                  </a:lnTo>
                  <a:lnTo>
                    <a:pt x="1388396" y="91567"/>
                  </a:lnTo>
                  <a:lnTo>
                    <a:pt x="1389018" y="88688"/>
                  </a:lnTo>
                  <a:lnTo>
                    <a:pt x="1390385" y="69107"/>
                  </a:lnTo>
                  <a:lnTo>
                    <a:pt x="1390385" y="30522"/>
                  </a:lnTo>
                  <a:close/>
                </a:path>
                <a:path w="3641090" h="534035">
                  <a:moveTo>
                    <a:pt x="1471587" y="30522"/>
                  </a:moveTo>
                  <a:lnTo>
                    <a:pt x="1435881" y="30522"/>
                  </a:lnTo>
                  <a:lnTo>
                    <a:pt x="1435881" y="91567"/>
                  </a:lnTo>
                  <a:lnTo>
                    <a:pt x="1465390" y="91567"/>
                  </a:lnTo>
                  <a:lnTo>
                    <a:pt x="1469787" y="65004"/>
                  </a:lnTo>
                  <a:lnTo>
                    <a:pt x="1471587" y="30522"/>
                  </a:lnTo>
                  <a:close/>
                </a:path>
                <a:path w="3641090" h="534035">
                  <a:moveTo>
                    <a:pt x="1619593" y="318471"/>
                  </a:moveTo>
                  <a:lnTo>
                    <a:pt x="1274054" y="318471"/>
                  </a:lnTo>
                  <a:lnTo>
                    <a:pt x="1274054" y="528099"/>
                  </a:lnTo>
                  <a:lnTo>
                    <a:pt x="1619593" y="528099"/>
                  </a:lnTo>
                  <a:lnTo>
                    <a:pt x="1619593" y="467629"/>
                  </a:lnTo>
                  <a:lnTo>
                    <a:pt x="1349497" y="467629"/>
                  </a:lnTo>
                  <a:lnTo>
                    <a:pt x="1349497" y="378941"/>
                  </a:lnTo>
                  <a:lnTo>
                    <a:pt x="1619593" y="378941"/>
                  </a:lnTo>
                  <a:lnTo>
                    <a:pt x="1619593" y="318471"/>
                  </a:lnTo>
                  <a:close/>
                </a:path>
                <a:path w="3641090" h="534035">
                  <a:moveTo>
                    <a:pt x="1619593" y="378941"/>
                  </a:moveTo>
                  <a:lnTo>
                    <a:pt x="1544726" y="378941"/>
                  </a:lnTo>
                  <a:lnTo>
                    <a:pt x="1544726" y="467629"/>
                  </a:lnTo>
                  <a:lnTo>
                    <a:pt x="1619593" y="467629"/>
                  </a:lnTo>
                  <a:lnTo>
                    <a:pt x="1619593" y="378941"/>
                  </a:lnTo>
                  <a:close/>
                </a:path>
                <a:path w="3641090" h="534035">
                  <a:moveTo>
                    <a:pt x="1875247" y="84657"/>
                  </a:moveTo>
                  <a:lnTo>
                    <a:pt x="1858546" y="84657"/>
                  </a:lnTo>
                  <a:lnTo>
                    <a:pt x="1858546" y="144550"/>
                  </a:lnTo>
                  <a:lnTo>
                    <a:pt x="1858034" y="160459"/>
                  </a:lnTo>
                  <a:lnTo>
                    <a:pt x="1849908" y="212506"/>
                  </a:lnTo>
                  <a:lnTo>
                    <a:pt x="1832955" y="261853"/>
                  </a:lnTo>
                  <a:lnTo>
                    <a:pt x="1806715" y="306666"/>
                  </a:lnTo>
                  <a:lnTo>
                    <a:pt x="1770757" y="344675"/>
                  </a:lnTo>
                  <a:lnTo>
                    <a:pt x="1725513" y="373182"/>
                  </a:lnTo>
                  <a:lnTo>
                    <a:pt x="1769282" y="433651"/>
                  </a:lnTo>
                  <a:lnTo>
                    <a:pt x="1804412" y="413351"/>
                  </a:lnTo>
                  <a:lnTo>
                    <a:pt x="1834934" y="387003"/>
                  </a:lnTo>
                  <a:lnTo>
                    <a:pt x="1860706" y="354897"/>
                  </a:lnTo>
                  <a:lnTo>
                    <a:pt x="1881582" y="318471"/>
                  </a:lnTo>
                  <a:lnTo>
                    <a:pt x="1898139" y="278015"/>
                  </a:lnTo>
                  <a:lnTo>
                    <a:pt x="1898252" y="277643"/>
                  </a:lnTo>
                  <a:lnTo>
                    <a:pt x="1896123" y="272256"/>
                  </a:lnTo>
                  <a:lnTo>
                    <a:pt x="1889681" y="252207"/>
                  </a:lnTo>
                  <a:lnTo>
                    <a:pt x="1884461" y="231511"/>
                  </a:lnTo>
                  <a:lnTo>
                    <a:pt x="1880430" y="210095"/>
                  </a:lnTo>
                  <a:lnTo>
                    <a:pt x="1877551" y="188462"/>
                  </a:lnTo>
                  <a:lnTo>
                    <a:pt x="1875891" y="167478"/>
                  </a:lnTo>
                  <a:lnTo>
                    <a:pt x="1875823" y="166614"/>
                  </a:lnTo>
                  <a:lnTo>
                    <a:pt x="1875247" y="144550"/>
                  </a:lnTo>
                  <a:lnTo>
                    <a:pt x="1875247" y="84657"/>
                  </a:lnTo>
                  <a:close/>
                </a:path>
                <a:path w="3641090" h="534035">
                  <a:moveTo>
                    <a:pt x="1935716" y="84657"/>
                  </a:moveTo>
                  <a:lnTo>
                    <a:pt x="1919591" y="84657"/>
                  </a:lnTo>
                  <a:lnTo>
                    <a:pt x="1919591" y="144550"/>
                  </a:lnTo>
                  <a:lnTo>
                    <a:pt x="1919003" y="166614"/>
                  </a:lnTo>
                  <a:lnTo>
                    <a:pt x="1914109" y="212506"/>
                  </a:lnTo>
                  <a:lnTo>
                    <a:pt x="1904582" y="256814"/>
                  </a:lnTo>
                  <a:lnTo>
                    <a:pt x="1898252" y="277643"/>
                  </a:lnTo>
                  <a:lnTo>
                    <a:pt x="1903790" y="291656"/>
                  </a:lnTo>
                  <a:lnTo>
                    <a:pt x="1922759" y="328298"/>
                  </a:lnTo>
                  <a:lnTo>
                    <a:pt x="1946371" y="360836"/>
                  </a:lnTo>
                  <a:lnTo>
                    <a:pt x="1974626" y="388875"/>
                  </a:lnTo>
                  <a:lnTo>
                    <a:pt x="2007740" y="411335"/>
                  </a:lnTo>
                  <a:lnTo>
                    <a:pt x="2026133" y="420406"/>
                  </a:lnTo>
                  <a:lnTo>
                    <a:pt x="2068173" y="359360"/>
                  </a:lnTo>
                  <a:lnTo>
                    <a:pt x="2051760" y="351874"/>
                  </a:lnTo>
                  <a:lnTo>
                    <a:pt x="2036499" y="343235"/>
                  </a:lnTo>
                  <a:lnTo>
                    <a:pt x="1997590" y="310625"/>
                  </a:lnTo>
                  <a:lnTo>
                    <a:pt x="1968543" y="270672"/>
                  </a:lnTo>
                  <a:lnTo>
                    <a:pt x="1948566" y="224996"/>
                  </a:lnTo>
                  <a:lnTo>
                    <a:pt x="1937732" y="176512"/>
                  </a:lnTo>
                  <a:lnTo>
                    <a:pt x="1935716" y="144550"/>
                  </a:lnTo>
                  <a:lnTo>
                    <a:pt x="1935716" y="84657"/>
                  </a:lnTo>
                  <a:close/>
                </a:path>
                <a:path w="3641090" h="534035">
                  <a:moveTo>
                    <a:pt x="1919591" y="84657"/>
                  </a:moveTo>
                  <a:lnTo>
                    <a:pt x="1875247" y="84657"/>
                  </a:lnTo>
                  <a:lnTo>
                    <a:pt x="1875247" y="144550"/>
                  </a:lnTo>
                  <a:lnTo>
                    <a:pt x="1877551" y="188462"/>
                  </a:lnTo>
                  <a:lnTo>
                    <a:pt x="1884461" y="231511"/>
                  </a:lnTo>
                  <a:lnTo>
                    <a:pt x="1896123" y="272256"/>
                  </a:lnTo>
                  <a:lnTo>
                    <a:pt x="1898252" y="277643"/>
                  </a:lnTo>
                  <a:lnTo>
                    <a:pt x="1904582" y="256814"/>
                  </a:lnTo>
                  <a:lnTo>
                    <a:pt x="1914084" y="212686"/>
                  </a:lnTo>
                  <a:lnTo>
                    <a:pt x="1918979" y="167478"/>
                  </a:lnTo>
                  <a:lnTo>
                    <a:pt x="1919591" y="144550"/>
                  </a:lnTo>
                  <a:lnTo>
                    <a:pt x="1919591" y="84657"/>
                  </a:lnTo>
                  <a:close/>
                </a:path>
                <a:path w="3641090" h="534035">
                  <a:moveTo>
                    <a:pt x="2046289" y="51255"/>
                  </a:moveTo>
                  <a:lnTo>
                    <a:pt x="1746822" y="51255"/>
                  </a:lnTo>
                  <a:lnTo>
                    <a:pt x="1746822" y="114603"/>
                  </a:lnTo>
                  <a:lnTo>
                    <a:pt x="1858546" y="114603"/>
                  </a:lnTo>
                  <a:lnTo>
                    <a:pt x="1858546" y="84657"/>
                  </a:lnTo>
                  <a:lnTo>
                    <a:pt x="2046289" y="84657"/>
                  </a:lnTo>
                  <a:lnTo>
                    <a:pt x="2046289" y="51255"/>
                  </a:lnTo>
                  <a:close/>
                </a:path>
                <a:path w="3641090" h="534035">
                  <a:moveTo>
                    <a:pt x="2046289" y="84657"/>
                  </a:moveTo>
                  <a:lnTo>
                    <a:pt x="1935716" y="84657"/>
                  </a:lnTo>
                  <a:lnTo>
                    <a:pt x="1935716" y="114603"/>
                  </a:lnTo>
                  <a:lnTo>
                    <a:pt x="2046289" y="114603"/>
                  </a:lnTo>
                  <a:lnTo>
                    <a:pt x="2046289" y="84657"/>
                  </a:lnTo>
                  <a:close/>
                </a:path>
                <a:path w="3641090" h="534035">
                  <a:moveTo>
                    <a:pt x="2172411" y="575"/>
                  </a:moveTo>
                  <a:lnTo>
                    <a:pt x="2095816" y="575"/>
                  </a:lnTo>
                  <a:lnTo>
                    <a:pt x="2095816" y="533858"/>
                  </a:lnTo>
                  <a:lnTo>
                    <a:pt x="2172411" y="533858"/>
                  </a:lnTo>
                  <a:lnTo>
                    <a:pt x="2172411" y="575"/>
                  </a:lnTo>
                  <a:close/>
                </a:path>
                <a:path w="3641090" h="534035">
                  <a:moveTo>
                    <a:pt x="2589427" y="14480"/>
                  </a:moveTo>
                  <a:lnTo>
                    <a:pt x="2506192" y="14480"/>
                  </a:lnTo>
                  <a:lnTo>
                    <a:pt x="2486572" y="42370"/>
                  </a:lnTo>
                  <a:lnTo>
                    <a:pt x="2455384" y="101678"/>
                  </a:lnTo>
                  <a:lnTo>
                    <a:pt x="2434959" y="165856"/>
                  </a:lnTo>
                  <a:lnTo>
                    <a:pt x="2428698" y="199766"/>
                  </a:lnTo>
                  <a:lnTo>
                    <a:pt x="2428632" y="200124"/>
                  </a:lnTo>
                  <a:lnTo>
                    <a:pt x="2424836" y="235900"/>
                  </a:lnTo>
                  <a:lnTo>
                    <a:pt x="2423570" y="273185"/>
                  </a:lnTo>
                  <a:lnTo>
                    <a:pt x="2424836" y="310559"/>
                  </a:lnTo>
                  <a:lnTo>
                    <a:pt x="2434959" y="380706"/>
                  </a:lnTo>
                  <a:lnTo>
                    <a:pt x="2455384" y="444896"/>
                  </a:lnTo>
                  <a:lnTo>
                    <a:pt x="2486572" y="504204"/>
                  </a:lnTo>
                  <a:lnTo>
                    <a:pt x="2506192" y="532094"/>
                  </a:lnTo>
                  <a:lnTo>
                    <a:pt x="2589427" y="532094"/>
                  </a:lnTo>
                  <a:lnTo>
                    <a:pt x="2579048" y="517638"/>
                  </a:lnTo>
                  <a:lnTo>
                    <a:pt x="2569181" y="501264"/>
                  </a:lnTo>
                  <a:lnTo>
                    <a:pt x="2550980" y="462765"/>
                  </a:lnTo>
                  <a:lnTo>
                    <a:pt x="2535744" y="418693"/>
                  </a:lnTo>
                  <a:lnTo>
                    <a:pt x="2523984" y="371145"/>
                  </a:lnTo>
                  <a:lnTo>
                    <a:pt x="2516622" y="321909"/>
                  </a:lnTo>
                  <a:lnTo>
                    <a:pt x="2514168" y="273185"/>
                  </a:lnTo>
                  <a:lnTo>
                    <a:pt x="2514526" y="254945"/>
                  </a:lnTo>
                  <a:lnTo>
                    <a:pt x="2519846" y="200124"/>
                  </a:lnTo>
                  <a:lnTo>
                    <a:pt x="2531014" y="145315"/>
                  </a:lnTo>
                  <a:lnTo>
                    <a:pt x="2546941" y="94444"/>
                  </a:lnTo>
                  <a:lnTo>
                    <a:pt x="2566765" y="49912"/>
                  </a:lnTo>
                  <a:lnTo>
                    <a:pt x="2581592" y="25166"/>
                  </a:lnTo>
                  <a:lnTo>
                    <a:pt x="2589427" y="14480"/>
                  </a:lnTo>
                  <a:close/>
                </a:path>
                <a:path w="3641090" h="534035">
                  <a:moveTo>
                    <a:pt x="3557933" y="14480"/>
                  </a:moveTo>
                  <a:lnTo>
                    <a:pt x="3474698" y="14480"/>
                  </a:lnTo>
                  <a:lnTo>
                    <a:pt x="3485064" y="28937"/>
                  </a:lnTo>
                  <a:lnTo>
                    <a:pt x="3494893" y="45310"/>
                  </a:lnTo>
                  <a:lnTo>
                    <a:pt x="3512941" y="83809"/>
                  </a:lnTo>
                  <a:lnTo>
                    <a:pt x="3528279" y="127779"/>
                  </a:lnTo>
                  <a:lnTo>
                    <a:pt x="3539936" y="175429"/>
                  </a:lnTo>
                  <a:lnTo>
                    <a:pt x="3547452" y="224512"/>
                  </a:lnTo>
                  <a:lnTo>
                    <a:pt x="3549957" y="273185"/>
                  </a:lnTo>
                  <a:lnTo>
                    <a:pt x="3549599" y="291437"/>
                  </a:lnTo>
                  <a:lnTo>
                    <a:pt x="3544286" y="346399"/>
                  </a:lnTo>
                  <a:lnTo>
                    <a:pt x="3533111" y="401259"/>
                  </a:lnTo>
                  <a:lnTo>
                    <a:pt x="3517185" y="452028"/>
                  </a:lnTo>
                  <a:lnTo>
                    <a:pt x="3497360" y="496663"/>
                  </a:lnTo>
                  <a:lnTo>
                    <a:pt x="3474698" y="532094"/>
                  </a:lnTo>
                  <a:lnTo>
                    <a:pt x="3557933" y="532094"/>
                  </a:lnTo>
                  <a:lnTo>
                    <a:pt x="3594438" y="475138"/>
                  </a:lnTo>
                  <a:lnTo>
                    <a:pt x="3620104" y="413478"/>
                  </a:lnTo>
                  <a:lnTo>
                    <a:pt x="3635366" y="346808"/>
                  </a:lnTo>
                  <a:lnTo>
                    <a:pt x="3640555" y="273185"/>
                  </a:lnTo>
                  <a:lnTo>
                    <a:pt x="3639277" y="235900"/>
                  </a:lnTo>
                  <a:lnTo>
                    <a:pt x="3629051" y="165856"/>
                  </a:lnTo>
                  <a:lnTo>
                    <a:pt x="3608626" y="101678"/>
                  </a:lnTo>
                  <a:lnTo>
                    <a:pt x="3577541" y="42370"/>
                  </a:lnTo>
                  <a:lnTo>
                    <a:pt x="3557933" y="1448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79191" y="1088972"/>
              <a:ext cx="795655" cy="419100"/>
            </a:xfrm>
            <a:custGeom>
              <a:avLst/>
              <a:gdLst/>
              <a:ahLst/>
              <a:cxnLst/>
              <a:rect l="l" t="t" r="r" b="b"/>
              <a:pathLst>
                <a:path w="795654" h="419100">
                  <a:moveTo>
                    <a:pt x="109208" y="0"/>
                  </a:moveTo>
                  <a:lnTo>
                    <a:pt x="0" y="0"/>
                  </a:lnTo>
                  <a:lnTo>
                    <a:pt x="0" y="418835"/>
                  </a:lnTo>
                  <a:lnTo>
                    <a:pt x="85893" y="418835"/>
                  </a:lnTo>
                  <a:lnTo>
                    <a:pt x="85893" y="145201"/>
                  </a:lnTo>
                  <a:lnTo>
                    <a:pt x="168723" y="145201"/>
                  </a:lnTo>
                  <a:lnTo>
                    <a:pt x="109208" y="0"/>
                  </a:lnTo>
                  <a:close/>
                </a:path>
                <a:path w="795654" h="419100">
                  <a:moveTo>
                    <a:pt x="454011" y="146224"/>
                  </a:moveTo>
                  <a:lnTo>
                    <a:pt x="368117" y="146224"/>
                  </a:lnTo>
                  <a:lnTo>
                    <a:pt x="368117" y="418835"/>
                  </a:lnTo>
                  <a:lnTo>
                    <a:pt x="454011" y="418835"/>
                  </a:lnTo>
                  <a:lnTo>
                    <a:pt x="454011" y="146224"/>
                  </a:lnTo>
                  <a:close/>
                </a:path>
                <a:path w="795654" h="419100">
                  <a:moveTo>
                    <a:pt x="168723" y="145201"/>
                  </a:moveTo>
                  <a:lnTo>
                    <a:pt x="89370" y="145201"/>
                  </a:lnTo>
                  <a:lnTo>
                    <a:pt x="197760" y="416790"/>
                  </a:lnTo>
                  <a:lnTo>
                    <a:pt x="256250" y="416790"/>
                  </a:lnTo>
                  <a:lnTo>
                    <a:pt x="310486" y="281405"/>
                  </a:lnTo>
                  <a:lnTo>
                    <a:pt x="224551" y="281405"/>
                  </a:lnTo>
                  <a:lnTo>
                    <a:pt x="168723" y="145201"/>
                  </a:lnTo>
                  <a:close/>
                </a:path>
                <a:path w="795654" h="419100">
                  <a:moveTo>
                    <a:pt x="454011" y="0"/>
                  </a:moveTo>
                  <a:lnTo>
                    <a:pt x="344802" y="0"/>
                  </a:lnTo>
                  <a:lnTo>
                    <a:pt x="229459" y="281405"/>
                  </a:lnTo>
                  <a:lnTo>
                    <a:pt x="310486" y="281405"/>
                  </a:lnTo>
                  <a:lnTo>
                    <a:pt x="364640" y="146224"/>
                  </a:lnTo>
                  <a:lnTo>
                    <a:pt x="454011" y="146224"/>
                  </a:lnTo>
                  <a:lnTo>
                    <a:pt x="454011" y="0"/>
                  </a:lnTo>
                  <a:close/>
                </a:path>
                <a:path w="795654" h="419100">
                  <a:moveTo>
                    <a:pt x="615522" y="0"/>
                  </a:moveTo>
                  <a:lnTo>
                    <a:pt x="526969" y="0"/>
                  </a:lnTo>
                  <a:lnTo>
                    <a:pt x="526969" y="418835"/>
                  </a:lnTo>
                  <a:lnTo>
                    <a:pt x="795081" y="418835"/>
                  </a:lnTo>
                  <a:lnTo>
                    <a:pt x="795081" y="345825"/>
                  </a:lnTo>
                  <a:lnTo>
                    <a:pt x="615522" y="345825"/>
                  </a:lnTo>
                  <a:lnTo>
                    <a:pt x="615522" y="0"/>
                  </a:lnTo>
                  <a:close/>
                </a:path>
              </a:pathLst>
            </a:custGeom>
            <a:solidFill>
              <a:srgbClr val="38B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942379" y="1800992"/>
            <a:ext cx="419100" cy="41910"/>
          </a:xfrm>
          <a:custGeom>
            <a:avLst/>
            <a:gdLst/>
            <a:ahLst/>
            <a:cxnLst/>
            <a:rect l="l" t="t" r="r" b="b"/>
            <a:pathLst>
              <a:path w="419100" h="41910">
                <a:moveTo>
                  <a:pt x="418835" y="0"/>
                </a:moveTo>
                <a:lnTo>
                  <a:pt x="0" y="0"/>
                </a:lnTo>
                <a:lnTo>
                  <a:pt x="0" y="41883"/>
                </a:lnTo>
                <a:lnTo>
                  <a:pt x="418835" y="41883"/>
                </a:lnTo>
                <a:lnTo>
                  <a:pt x="418835" y="0"/>
                </a:lnTo>
                <a:close/>
              </a:path>
            </a:pathLst>
          </a:custGeom>
          <a:solidFill>
            <a:srgbClr val="38B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22186" y="2565366"/>
            <a:ext cx="7068184" cy="6597015"/>
          </a:xfrm>
          <a:custGeom>
            <a:avLst/>
            <a:gdLst/>
            <a:ahLst/>
            <a:cxnLst/>
            <a:rect l="l" t="t" r="r" b="b"/>
            <a:pathLst>
              <a:path w="7068184" h="6597015">
                <a:moveTo>
                  <a:pt x="6910784" y="0"/>
                </a:moveTo>
                <a:lnTo>
                  <a:pt x="157063" y="0"/>
                </a:lnTo>
                <a:lnTo>
                  <a:pt x="107419" y="8007"/>
                </a:lnTo>
                <a:lnTo>
                  <a:pt x="64303" y="30304"/>
                </a:lnTo>
                <a:lnTo>
                  <a:pt x="30304" y="64303"/>
                </a:lnTo>
                <a:lnTo>
                  <a:pt x="8007" y="107419"/>
                </a:lnTo>
                <a:lnTo>
                  <a:pt x="0" y="157063"/>
                </a:lnTo>
                <a:lnTo>
                  <a:pt x="0" y="6439594"/>
                </a:lnTo>
                <a:lnTo>
                  <a:pt x="8007" y="6489238"/>
                </a:lnTo>
                <a:lnTo>
                  <a:pt x="30304" y="6532353"/>
                </a:lnTo>
                <a:lnTo>
                  <a:pt x="64303" y="6566353"/>
                </a:lnTo>
                <a:lnTo>
                  <a:pt x="107419" y="6588650"/>
                </a:lnTo>
                <a:lnTo>
                  <a:pt x="157063" y="6596657"/>
                </a:lnTo>
                <a:lnTo>
                  <a:pt x="6910784" y="6596657"/>
                </a:lnTo>
                <a:lnTo>
                  <a:pt x="6960428" y="6588650"/>
                </a:lnTo>
                <a:lnTo>
                  <a:pt x="7003543" y="6566353"/>
                </a:lnTo>
                <a:lnTo>
                  <a:pt x="7037543" y="6532353"/>
                </a:lnTo>
                <a:lnTo>
                  <a:pt x="7059840" y="6489238"/>
                </a:lnTo>
                <a:lnTo>
                  <a:pt x="7067847" y="6439594"/>
                </a:lnTo>
                <a:lnTo>
                  <a:pt x="7067847" y="157063"/>
                </a:lnTo>
                <a:lnTo>
                  <a:pt x="7059840" y="107419"/>
                </a:lnTo>
                <a:lnTo>
                  <a:pt x="7037543" y="64303"/>
                </a:lnTo>
                <a:lnTo>
                  <a:pt x="7003544" y="30304"/>
                </a:lnTo>
                <a:lnTo>
                  <a:pt x="6960428" y="8007"/>
                </a:lnTo>
                <a:lnTo>
                  <a:pt x="6910784" y="0"/>
                </a:lnTo>
                <a:close/>
              </a:path>
            </a:pathLst>
          </a:custGeom>
          <a:solidFill>
            <a:srgbClr val="282F3A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0178" y="4128547"/>
            <a:ext cx="93256" cy="932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910" y="3983752"/>
            <a:ext cx="2749445" cy="34485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1813" y="5411667"/>
            <a:ext cx="7496994" cy="3313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90172" y="6456871"/>
            <a:ext cx="5293321" cy="3332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85041" y="7608668"/>
            <a:ext cx="4371023" cy="2937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90649" y="4128547"/>
            <a:ext cx="93256" cy="103727"/>
          </a:xfrm>
          <a:prstGeom prst="rect">
            <a:avLst/>
          </a:prstGeom>
        </p:spPr>
      </p:pic>
      <p:pic>
        <p:nvPicPr>
          <p:cNvPr id="25" name="그림 24" descr="스크린샷, 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7DF6DC-A583-8154-E5F2-0E6049F181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947" y="3297863"/>
            <a:ext cx="5760662" cy="53286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563" y="1025204"/>
            <a:ext cx="4024675" cy="53385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42379" y="1800992"/>
            <a:ext cx="419100" cy="41910"/>
          </a:xfrm>
          <a:custGeom>
            <a:avLst/>
            <a:gdLst/>
            <a:ahLst/>
            <a:cxnLst/>
            <a:rect l="l" t="t" r="r" b="b"/>
            <a:pathLst>
              <a:path w="419100" h="41910">
                <a:moveTo>
                  <a:pt x="418835" y="0"/>
                </a:moveTo>
                <a:lnTo>
                  <a:pt x="0" y="0"/>
                </a:lnTo>
                <a:lnTo>
                  <a:pt x="0" y="41883"/>
                </a:lnTo>
                <a:lnTo>
                  <a:pt x="418835" y="41883"/>
                </a:lnTo>
                <a:lnTo>
                  <a:pt x="418835" y="0"/>
                </a:lnTo>
                <a:close/>
              </a:path>
            </a:pathLst>
          </a:custGeom>
          <a:solidFill>
            <a:srgbClr val="38B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880178" y="4139019"/>
            <a:ext cx="104139" cy="93345"/>
            <a:chOff x="1880178" y="4139019"/>
            <a:chExt cx="104139" cy="933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0178" y="4139019"/>
              <a:ext cx="93256" cy="932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0649" y="4139019"/>
              <a:ext cx="93256" cy="9325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5910" y="3994224"/>
            <a:ext cx="3001400" cy="3448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1813" y="5422138"/>
            <a:ext cx="3447834" cy="29182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90172" y="6467342"/>
            <a:ext cx="2256401" cy="29339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85041" y="7621338"/>
            <a:ext cx="4791984" cy="29119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0722186" y="2565366"/>
            <a:ext cx="7068184" cy="6597015"/>
          </a:xfrm>
          <a:custGeom>
            <a:avLst/>
            <a:gdLst/>
            <a:ahLst/>
            <a:cxnLst/>
            <a:rect l="l" t="t" r="r" b="b"/>
            <a:pathLst>
              <a:path w="7068184" h="6597015">
                <a:moveTo>
                  <a:pt x="6910784" y="0"/>
                </a:moveTo>
                <a:lnTo>
                  <a:pt x="157063" y="0"/>
                </a:lnTo>
                <a:lnTo>
                  <a:pt x="107419" y="8007"/>
                </a:lnTo>
                <a:lnTo>
                  <a:pt x="64303" y="30304"/>
                </a:lnTo>
                <a:lnTo>
                  <a:pt x="30304" y="64303"/>
                </a:lnTo>
                <a:lnTo>
                  <a:pt x="8007" y="107419"/>
                </a:lnTo>
                <a:lnTo>
                  <a:pt x="0" y="157063"/>
                </a:lnTo>
                <a:lnTo>
                  <a:pt x="0" y="6439594"/>
                </a:lnTo>
                <a:lnTo>
                  <a:pt x="8007" y="6489238"/>
                </a:lnTo>
                <a:lnTo>
                  <a:pt x="30304" y="6532353"/>
                </a:lnTo>
                <a:lnTo>
                  <a:pt x="64303" y="6566353"/>
                </a:lnTo>
                <a:lnTo>
                  <a:pt x="107419" y="6588650"/>
                </a:lnTo>
                <a:lnTo>
                  <a:pt x="157063" y="6596657"/>
                </a:lnTo>
                <a:lnTo>
                  <a:pt x="6910784" y="6596657"/>
                </a:lnTo>
                <a:lnTo>
                  <a:pt x="6960428" y="6588650"/>
                </a:lnTo>
                <a:lnTo>
                  <a:pt x="7003543" y="6566353"/>
                </a:lnTo>
                <a:lnTo>
                  <a:pt x="7037543" y="6532353"/>
                </a:lnTo>
                <a:lnTo>
                  <a:pt x="7059840" y="6489238"/>
                </a:lnTo>
                <a:lnTo>
                  <a:pt x="7067847" y="6439594"/>
                </a:lnTo>
                <a:lnTo>
                  <a:pt x="7067847" y="157063"/>
                </a:lnTo>
                <a:lnTo>
                  <a:pt x="7059840" y="107419"/>
                </a:lnTo>
                <a:lnTo>
                  <a:pt x="7037543" y="64303"/>
                </a:lnTo>
                <a:lnTo>
                  <a:pt x="7003544" y="30304"/>
                </a:lnTo>
                <a:lnTo>
                  <a:pt x="6960428" y="8007"/>
                </a:lnTo>
                <a:lnTo>
                  <a:pt x="6910784" y="0"/>
                </a:lnTo>
                <a:close/>
              </a:path>
            </a:pathLst>
          </a:custGeom>
          <a:solidFill>
            <a:srgbClr val="282F3A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그림 16" descr="스크린샷, 사각형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3CFB95-EAC5-D2D5-1253-253F678BAE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7450" y="3292475"/>
            <a:ext cx="5703686" cy="5304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2091" y="1086532"/>
            <a:ext cx="1295400" cy="469900"/>
          </a:xfrm>
          <a:custGeom>
            <a:avLst/>
            <a:gdLst/>
            <a:ahLst/>
            <a:cxnLst/>
            <a:rect l="l" t="t" r="r" b="b"/>
            <a:pathLst>
              <a:path w="1295400" h="469900">
                <a:moveTo>
                  <a:pt x="96602" y="6246"/>
                </a:moveTo>
                <a:lnTo>
                  <a:pt x="0" y="6246"/>
                </a:lnTo>
                <a:lnTo>
                  <a:pt x="0" y="463158"/>
                </a:lnTo>
                <a:lnTo>
                  <a:pt x="96602" y="463158"/>
                </a:lnTo>
                <a:lnTo>
                  <a:pt x="96602" y="274414"/>
                </a:lnTo>
                <a:lnTo>
                  <a:pt x="389088" y="274414"/>
                </a:lnTo>
                <a:lnTo>
                  <a:pt x="389088" y="194767"/>
                </a:lnTo>
                <a:lnTo>
                  <a:pt x="96602" y="194767"/>
                </a:lnTo>
                <a:lnTo>
                  <a:pt x="96602" y="6246"/>
                </a:lnTo>
                <a:close/>
              </a:path>
              <a:path w="1295400" h="469900">
                <a:moveTo>
                  <a:pt x="389088" y="274414"/>
                </a:moveTo>
                <a:lnTo>
                  <a:pt x="292708" y="274414"/>
                </a:lnTo>
                <a:lnTo>
                  <a:pt x="292708" y="463158"/>
                </a:lnTo>
                <a:lnTo>
                  <a:pt x="389088" y="463158"/>
                </a:lnTo>
                <a:lnTo>
                  <a:pt x="389088" y="274414"/>
                </a:lnTo>
                <a:close/>
              </a:path>
              <a:path w="1295400" h="469900">
                <a:moveTo>
                  <a:pt x="389088" y="6246"/>
                </a:moveTo>
                <a:lnTo>
                  <a:pt x="292708" y="6246"/>
                </a:lnTo>
                <a:lnTo>
                  <a:pt x="292708" y="194767"/>
                </a:lnTo>
                <a:lnTo>
                  <a:pt x="389088" y="194767"/>
                </a:lnTo>
                <a:lnTo>
                  <a:pt x="389088" y="6246"/>
                </a:lnTo>
                <a:close/>
              </a:path>
              <a:path w="1295400" h="469900">
                <a:moveTo>
                  <a:pt x="547490" y="319704"/>
                </a:moveTo>
                <a:lnTo>
                  <a:pt x="454011" y="319704"/>
                </a:lnTo>
                <a:lnTo>
                  <a:pt x="455921" y="343366"/>
                </a:lnTo>
                <a:lnTo>
                  <a:pt x="467857" y="384752"/>
                </a:lnTo>
                <a:lnTo>
                  <a:pt x="490488" y="418077"/>
                </a:lnTo>
                <a:lnTo>
                  <a:pt x="522391" y="443176"/>
                </a:lnTo>
                <a:lnTo>
                  <a:pt x="563469" y="460216"/>
                </a:lnTo>
                <a:lnTo>
                  <a:pt x="563657" y="460216"/>
                </a:lnTo>
                <a:lnTo>
                  <a:pt x="586554" y="465444"/>
                </a:lnTo>
                <a:lnTo>
                  <a:pt x="586748" y="465444"/>
                </a:lnTo>
                <a:lnTo>
                  <a:pt x="611407" y="468582"/>
                </a:lnTo>
                <a:lnTo>
                  <a:pt x="638069" y="469628"/>
                </a:lnTo>
                <a:lnTo>
                  <a:pt x="689773" y="465444"/>
                </a:lnTo>
                <a:lnTo>
                  <a:pt x="733333" y="452895"/>
                </a:lnTo>
                <a:lnTo>
                  <a:pt x="768360" y="432537"/>
                </a:lnTo>
                <a:lnTo>
                  <a:pt x="803303" y="389283"/>
                </a:lnTo>
                <a:lnTo>
                  <a:pt x="803548" y="388642"/>
                </a:lnTo>
                <a:lnTo>
                  <a:pt x="636954" y="388642"/>
                </a:lnTo>
                <a:lnTo>
                  <a:pt x="625497" y="388196"/>
                </a:lnTo>
                <a:lnTo>
                  <a:pt x="625007" y="388196"/>
                </a:lnTo>
                <a:lnTo>
                  <a:pt x="614154" y="386857"/>
                </a:lnTo>
                <a:lnTo>
                  <a:pt x="613762" y="386857"/>
                </a:lnTo>
                <a:lnTo>
                  <a:pt x="574429" y="371407"/>
                </a:lnTo>
                <a:lnTo>
                  <a:pt x="551562" y="340787"/>
                </a:lnTo>
                <a:lnTo>
                  <a:pt x="548898" y="330719"/>
                </a:lnTo>
                <a:lnTo>
                  <a:pt x="547490" y="319704"/>
                </a:lnTo>
                <a:close/>
              </a:path>
              <a:path w="1295400" h="469900">
                <a:moveTo>
                  <a:pt x="639185" y="0"/>
                </a:moveTo>
                <a:lnTo>
                  <a:pt x="591887" y="4350"/>
                </a:lnTo>
                <a:lnTo>
                  <a:pt x="549944" y="17401"/>
                </a:lnTo>
                <a:lnTo>
                  <a:pt x="514861" y="38206"/>
                </a:lnTo>
                <a:lnTo>
                  <a:pt x="488145" y="65814"/>
                </a:lnTo>
                <a:lnTo>
                  <a:pt x="471535" y="99280"/>
                </a:lnTo>
                <a:lnTo>
                  <a:pt x="471468" y="99447"/>
                </a:lnTo>
                <a:lnTo>
                  <a:pt x="467425" y="117909"/>
                </a:lnTo>
                <a:lnTo>
                  <a:pt x="467355" y="118229"/>
                </a:lnTo>
                <a:lnTo>
                  <a:pt x="466101" y="137653"/>
                </a:lnTo>
                <a:lnTo>
                  <a:pt x="466058" y="138322"/>
                </a:lnTo>
                <a:lnTo>
                  <a:pt x="468052" y="162347"/>
                </a:lnTo>
                <a:lnTo>
                  <a:pt x="484673" y="202617"/>
                </a:lnTo>
                <a:lnTo>
                  <a:pt x="517553" y="232820"/>
                </a:lnTo>
                <a:lnTo>
                  <a:pt x="563177" y="254795"/>
                </a:lnTo>
                <a:lnTo>
                  <a:pt x="652306" y="278402"/>
                </a:lnTo>
                <a:lnTo>
                  <a:pt x="663335" y="281665"/>
                </a:lnTo>
                <a:lnTo>
                  <a:pt x="703800" y="301493"/>
                </a:lnTo>
                <a:lnTo>
                  <a:pt x="717922" y="332643"/>
                </a:lnTo>
                <a:lnTo>
                  <a:pt x="717312" y="340438"/>
                </a:lnTo>
                <a:lnTo>
                  <a:pt x="695797" y="372969"/>
                </a:lnTo>
                <a:lnTo>
                  <a:pt x="669747" y="384752"/>
                </a:lnTo>
                <a:lnTo>
                  <a:pt x="669550" y="384752"/>
                </a:lnTo>
                <a:lnTo>
                  <a:pt x="659877" y="386857"/>
                </a:lnTo>
                <a:lnTo>
                  <a:pt x="648820" y="388196"/>
                </a:lnTo>
                <a:lnTo>
                  <a:pt x="636954" y="388642"/>
                </a:lnTo>
                <a:lnTo>
                  <a:pt x="803548" y="388642"/>
                </a:lnTo>
                <a:lnTo>
                  <a:pt x="809969" y="371798"/>
                </a:lnTo>
                <a:lnTo>
                  <a:pt x="814012" y="352918"/>
                </a:lnTo>
                <a:lnTo>
                  <a:pt x="815435" y="332643"/>
                </a:lnTo>
                <a:lnTo>
                  <a:pt x="814745" y="319704"/>
                </a:lnTo>
                <a:lnTo>
                  <a:pt x="814696" y="318769"/>
                </a:lnTo>
                <a:lnTo>
                  <a:pt x="799413" y="271319"/>
                </a:lnTo>
                <a:lnTo>
                  <a:pt x="767049" y="235804"/>
                </a:lnTo>
                <a:lnTo>
                  <a:pt x="733333" y="216185"/>
                </a:lnTo>
                <a:lnTo>
                  <a:pt x="693091" y="201962"/>
                </a:lnTo>
                <a:lnTo>
                  <a:pt x="630037" y="186763"/>
                </a:lnTo>
                <a:lnTo>
                  <a:pt x="622898" y="184839"/>
                </a:lnTo>
                <a:lnTo>
                  <a:pt x="586086" y="169110"/>
                </a:lnTo>
                <a:lnTo>
                  <a:pt x="564817" y="140033"/>
                </a:lnTo>
                <a:lnTo>
                  <a:pt x="565115" y="131852"/>
                </a:lnTo>
                <a:lnTo>
                  <a:pt x="565628" y="124908"/>
                </a:lnTo>
                <a:lnTo>
                  <a:pt x="565645" y="124685"/>
                </a:lnTo>
                <a:lnTo>
                  <a:pt x="567159" y="118229"/>
                </a:lnTo>
                <a:lnTo>
                  <a:pt x="567234" y="117909"/>
                </a:lnTo>
                <a:lnTo>
                  <a:pt x="569884" y="111522"/>
                </a:lnTo>
                <a:lnTo>
                  <a:pt x="607184" y="84527"/>
                </a:lnTo>
                <a:lnTo>
                  <a:pt x="638515" y="80762"/>
                </a:lnTo>
                <a:lnTo>
                  <a:pt x="795961" y="80762"/>
                </a:lnTo>
                <a:lnTo>
                  <a:pt x="787324" y="65814"/>
                </a:lnTo>
                <a:lnTo>
                  <a:pt x="745994" y="26953"/>
                </a:lnTo>
                <a:lnTo>
                  <a:pt x="708207" y="9788"/>
                </a:lnTo>
                <a:lnTo>
                  <a:pt x="663809" y="1087"/>
                </a:lnTo>
                <a:lnTo>
                  <a:pt x="639185" y="0"/>
                </a:lnTo>
                <a:close/>
              </a:path>
              <a:path w="1295400" h="469900">
                <a:moveTo>
                  <a:pt x="795961" y="80762"/>
                </a:moveTo>
                <a:lnTo>
                  <a:pt x="638515" y="80762"/>
                </a:lnTo>
                <a:lnTo>
                  <a:pt x="655011" y="81696"/>
                </a:lnTo>
                <a:lnTo>
                  <a:pt x="669771" y="84527"/>
                </a:lnTo>
                <a:lnTo>
                  <a:pt x="702671" y="103937"/>
                </a:lnTo>
                <a:lnTo>
                  <a:pt x="716601" y="137653"/>
                </a:lnTo>
                <a:lnTo>
                  <a:pt x="809188" y="137653"/>
                </a:lnTo>
                <a:lnTo>
                  <a:pt x="807601" y="118229"/>
                </a:lnTo>
                <a:lnTo>
                  <a:pt x="807575" y="117909"/>
                </a:lnTo>
                <a:lnTo>
                  <a:pt x="803425" y="99447"/>
                </a:lnTo>
                <a:lnTo>
                  <a:pt x="803387" y="99280"/>
                </a:lnTo>
                <a:lnTo>
                  <a:pt x="796655" y="81975"/>
                </a:lnTo>
                <a:lnTo>
                  <a:pt x="795961" y="80762"/>
                </a:lnTo>
                <a:close/>
              </a:path>
              <a:path w="1295400" h="469900">
                <a:moveTo>
                  <a:pt x="962960" y="6246"/>
                </a:moveTo>
                <a:lnTo>
                  <a:pt x="855649" y="6246"/>
                </a:lnTo>
                <a:lnTo>
                  <a:pt x="1013381" y="463158"/>
                </a:lnTo>
                <a:lnTo>
                  <a:pt x="1137872" y="463158"/>
                </a:lnTo>
                <a:lnTo>
                  <a:pt x="1175711" y="353392"/>
                </a:lnTo>
                <a:lnTo>
                  <a:pt x="1073395" y="353392"/>
                </a:lnTo>
                <a:lnTo>
                  <a:pt x="962960" y="6246"/>
                </a:lnTo>
                <a:close/>
              </a:path>
              <a:path w="1295400" h="469900">
                <a:moveTo>
                  <a:pt x="1295381" y="6246"/>
                </a:moveTo>
                <a:lnTo>
                  <a:pt x="1188293" y="6246"/>
                </a:lnTo>
                <a:lnTo>
                  <a:pt x="1077634" y="353392"/>
                </a:lnTo>
                <a:lnTo>
                  <a:pt x="1175711" y="353392"/>
                </a:lnTo>
                <a:lnTo>
                  <a:pt x="1295381" y="6246"/>
                </a:lnTo>
                <a:close/>
              </a:path>
            </a:pathLst>
          </a:custGeom>
          <a:solidFill>
            <a:srgbClr val="38B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48870" y="1092779"/>
            <a:ext cx="1762760" cy="464184"/>
          </a:xfrm>
          <a:custGeom>
            <a:avLst/>
            <a:gdLst/>
            <a:ahLst/>
            <a:cxnLst/>
            <a:rect l="l" t="t" r="r" b="b"/>
            <a:pathLst>
              <a:path w="1762760" h="464184">
                <a:moveTo>
                  <a:pt x="100395" y="114227"/>
                </a:moveTo>
                <a:lnTo>
                  <a:pt x="0" y="114227"/>
                </a:lnTo>
                <a:lnTo>
                  <a:pt x="119805" y="456911"/>
                </a:lnTo>
                <a:lnTo>
                  <a:pt x="226894" y="456911"/>
                </a:lnTo>
                <a:lnTo>
                  <a:pt x="260979" y="359416"/>
                </a:lnTo>
                <a:lnTo>
                  <a:pt x="171564" y="359416"/>
                </a:lnTo>
                <a:lnTo>
                  <a:pt x="100395" y="114227"/>
                </a:lnTo>
                <a:close/>
              </a:path>
              <a:path w="1762760" h="464184">
                <a:moveTo>
                  <a:pt x="346699" y="114227"/>
                </a:moveTo>
                <a:lnTo>
                  <a:pt x="246080" y="114227"/>
                </a:lnTo>
                <a:lnTo>
                  <a:pt x="175134" y="359416"/>
                </a:lnTo>
                <a:lnTo>
                  <a:pt x="260979" y="359416"/>
                </a:lnTo>
                <a:lnTo>
                  <a:pt x="346699" y="114227"/>
                </a:lnTo>
                <a:close/>
              </a:path>
              <a:path w="1762760" h="464184">
                <a:moveTo>
                  <a:pt x="473643" y="352723"/>
                </a:moveTo>
                <a:lnTo>
                  <a:pt x="380164" y="357631"/>
                </a:lnTo>
                <a:lnTo>
                  <a:pt x="385700" y="380889"/>
                </a:lnTo>
                <a:lnTo>
                  <a:pt x="395391" y="401582"/>
                </a:lnTo>
                <a:lnTo>
                  <a:pt x="427238" y="435270"/>
                </a:lnTo>
                <a:lnTo>
                  <a:pt x="474536" y="456520"/>
                </a:lnTo>
                <a:lnTo>
                  <a:pt x="535666" y="463604"/>
                </a:lnTo>
                <a:lnTo>
                  <a:pt x="557320" y="462725"/>
                </a:lnTo>
                <a:lnTo>
                  <a:pt x="596698" y="455698"/>
                </a:lnTo>
                <a:lnTo>
                  <a:pt x="645097" y="432481"/>
                </a:lnTo>
                <a:lnTo>
                  <a:pt x="677098" y="396604"/>
                </a:lnTo>
                <a:lnTo>
                  <a:pt x="677747" y="395112"/>
                </a:lnTo>
                <a:lnTo>
                  <a:pt x="535889" y="395112"/>
                </a:lnTo>
                <a:lnTo>
                  <a:pt x="525009" y="394512"/>
                </a:lnTo>
                <a:lnTo>
                  <a:pt x="524126" y="394512"/>
                </a:lnTo>
                <a:lnTo>
                  <a:pt x="512742" y="392435"/>
                </a:lnTo>
                <a:lnTo>
                  <a:pt x="480894" y="371017"/>
                </a:lnTo>
                <a:lnTo>
                  <a:pt x="476516" y="362483"/>
                </a:lnTo>
                <a:lnTo>
                  <a:pt x="473643" y="352723"/>
                </a:lnTo>
                <a:close/>
              </a:path>
              <a:path w="1762760" h="464184">
                <a:moveTo>
                  <a:pt x="534550" y="109765"/>
                </a:moveTo>
                <a:lnTo>
                  <a:pt x="493388" y="113000"/>
                </a:lnTo>
                <a:lnTo>
                  <a:pt x="442423" y="129858"/>
                </a:lnTo>
                <a:lnTo>
                  <a:pt x="407159" y="159517"/>
                </a:lnTo>
                <a:lnTo>
                  <a:pt x="390427" y="200470"/>
                </a:lnTo>
                <a:lnTo>
                  <a:pt x="389311" y="216408"/>
                </a:lnTo>
                <a:lnTo>
                  <a:pt x="390831" y="234744"/>
                </a:lnTo>
                <a:lnTo>
                  <a:pt x="413629" y="279545"/>
                </a:lnTo>
                <a:lnTo>
                  <a:pt x="464873" y="308409"/>
                </a:lnTo>
                <a:lnTo>
                  <a:pt x="547713" y="326174"/>
                </a:lnTo>
                <a:lnTo>
                  <a:pt x="558143" y="328656"/>
                </a:lnTo>
                <a:lnTo>
                  <a:pt x="591515" y="351681"/>
                </a:lnTo>
                <a:lnTo>
                  <a:pt x="591618" y="357631"/>
                </a:lnTo>
                <a:lnTo>
                  <a:pt x="591664" y="360308"/>
                </a:lnTo>
                <a:lnTo>
                  <a:pt x="590693" y="367043"/>
                </a:lnTo>
                <a:lnTo>
                  <a:pt x="590604" y="367656"/>
                </a:lnTo>
                <a:lnTo>
                  <a:pt x="587648" y="374308"/>
                </a:lnTo>
                <a:lnTo>
                  <a:pt x="547769" y="394512"/>
                </a:lnTo>
                <a:lnTo>
                  <a:pt x="535889" y="395112"/>
                </a:lnTo>
                <a:lnTo>
                  <a:pt x="677747" y="395112"/>
                </a:lnTo>
                <a:lnTo>
                  <a:pt x="683303" y="382339"/>
                </a:lnTo>
                <a:lnTo>
                  <a:pt x="687026" y="367043"/>
                </a:lnTo>
                <a:lnTo>
                  <a:pt x="688114" y="352723"/>
                </a:lnTo>
                <a:lnTo>
                  <a:pt x="688193" y="351681"/>
                </a:lnTo>
                <a:lnTo>
                  <a:pt x="674462" y="303194"/>
                </a:lnTo>
                <a:lnTo>
                  <a:pt x="632826" y="271291"/>
                </a:lnTo>
                <a:lnTo>
                  <a:pt x="589210" y="257905"/>
                </a:lnTo>
                <a:lnTo>
                  <a:pt x="527188" y="245411"/>
                </a:lnTo>
                <a:lnTo>
                  <a:pt x="516130" y="242636"/>
                </a:lnTo>
                <a:lnTo>
                  <a:pt x="483683" y="219234"/>
                </a:lnTo>
                <a:lnTo>
                  <a:pt x="483683" y="211053"/>
                </a:lnTo>
                <a:lnTo>
                  <a:pt x="515754" y="179484"/>
                </a:lnTo>
                <a:lnTo>
                  <a:pt x="536112" y="177142"/>
                </a:lnTo>
                <a:lnTo>
                  <a:pt x="669796" y="177142"/>
                </a:lnTo>
                <a:lnTo>
                  <a:pt x="666403" y="169612"/>
                </a:lnTo>
                <a:lnTo>
                  <a:pt x="636731" y="137207"/>
                </a:lnTo>
                <a:lnTo>
                  <a:pt x="592557" y="116626"/>
                </a:lnTo>
                <a:lnTo>
                  <a:pt x="565282" y="111480"/>
                </a:lnTo>
                <a:lnTo>
                  <a:pt x="534550" y="109765"/>
                </a:lnTo>
                <a:close/>
              </a:path>
              <a:path w="1762760" h="464184">
                <a:moveTo>
                  <a:pt x="669796" y="177142"/>
                </a:moveTo>
                <a:lnTo>
                  <a:pt x="536112" y="177142"/>
                </a:lnTo>
                <a:lnTo>
                  <a:pt x="544074" y="177490"/>
                </a:lnTo>
                <a:lnTo>
                  <a:pt x="551450" y="178536"/>
                </a:lnTo>
                <a:lnTo>
                  <a:pt x="583856" y="197221"/>
                </a:lnTo>
                <a:lnTo>
                  <a:pt x="588764" y="203170"/>
                </a:lnTo>
                <a:lnTo>
                  <a:pt x="591962" y="209863"/>
                </a:lnTo>
                <a:lnTo>
                  <a:pt x="593449" y="217300"/>
                </a:lnTo>
                <a:lnTo>
                  <a:pt x="680458" y="211946"/>
                </a:lnTo>
                <a:lnTo>
                  <a:pt x="675383" y="189538"/>
                </a:lnTo>
                <a:lnTo>
                  <a:pt x="669796" y="177142"/>
                </a:lnTo>
                <a:close/>
              </a:path>
              <a:path w="1762760" h="464184">
                <a:moveTo>
                  <a:pt x="1014441" y="0"/>
                </a:moveTo>
                <a:lnTo>
                  <a:pt x="895305" y="0"/>
                </a:lnTo>
                <a:lnTo>
                  <a:pt x="895305" y="456911"/>
                </a:lnTo>
                <a:lnTo>
                  <a:pt x="989008" y="456911"/>
                </a:lnTo>
                <a:lnTo>
                  <a:pt x="989008" y="158401"/>
                </a:lnTo>
                <a:lnTo>
                  <a:pt x="1079367" y="158401"/>
                </a:lnTo>
                <a:lnTo>
                  <a:pt x="1014441" y="0"/>
                </a:lnTo>
                <a:close/>
              </a:path>
              <a:path w="1762760" h="464184">
                <a:moveTo>
                  <a:pt x="1390590" y="159517"/>
                </a:moveTo>
                <a:lnTo>
                  <a:pt x="1296887" y="159517"/>
                </a:lnTo>
                <a:lnTo>
                  <a:pt x="1296887" y="456911"/>
                </a:lnTo>
                <a:lnTo>
                  <a:pt x="1390590" y="456911"/>
                </a:lnTo>
                <a:lnTo>
                  <a:pt x="1390590" y="159517"/>
                </a:lnTo>
                <a:close/>
              </a:path>
              <a:path w="1762760" h="464184">
                <a:moveTo>
                  <a:pt x="1079367" y="158401"/>
                </a:moveTo>
                <a:lnTo>
                  <a:pt x="992800" y="158401"/>
                </a:lnTo>
                <a:lnTo>
                  <a:pt x="1111044" y="454680"/>
                </a:lnTo>
                <a:lnTo>
                  <a:pt x="1174851" y="454680"/>
                </a:lnTo>
                <a:lnTo>
                  <a:pt x="1234017" y="306987"/>
                </a:lnTo>
                <a:lnTo>
                  <a:pt x="1140270" y="306987"/>
                </a:lnTo>
                <a:lnTo>
                  <a:pt x="1079367" y="158401"/>
                </a:lnTo>
                <a:close/>
              </a:path>
              <a:path w="1762760" h="464184">
                <a:moveTo>
                  <a:pt x="1390590" y="0"/>
                </a:moveTo>
                <a:lnTo>
                  <a:pt x="1271454" y="0"/>
                </a:lnTo>
                <a:lnTo>
                  <a:pt x="1145625" y="306987"/>
                </a:lnTo>
                <a:lnTo>
                  <a:pt x="1234017" y="306987"/>
                </a:lnTo>
                <a:lnTo>
                  <a:pt x="1293095" y="159517"/>
                </a:lnTo>
                <a:lnTo>
                  <a:pt x="1390590" y="159517"/>
                </a:lnTo>
                <a:lnTo>
                  <a:pt x="1390590" y="0"/>
                </a:lnTo>
                <a:close/>
              </a:path>
              <a:path w="1762760" h="464184">
                <a:moveTo>
                  <a:pt x="1566784" y="0"/>
                </a:moveTo>
                <a:lnTo>
                  <a:pt x="1470181" y="0"/>
                </a:lnTo>
                <a:lnTo>
                  <a:pt x="1470181" y="456911"/>
                </a:lnTo>
                <a:lnTo>
                  <a:pt x="1762667" y="456911"/>
                </a:lnTo>
                <a:lnTo>
                  <a:pt x="1762667" y="377264"/>
                </a:lnTo>
                <a:lnTo>
                  <a:pt x="1566784" y="377264"/>
                </a:lnTo>
                <a:lnTo>
                  <a:pt x="1566784" y="0"/>
                </a:lnTo>
                <a:close/>
              </a:path>
            </a:pathLst>
          </a:custGeom>
          <a:solidFill>
            <a:srgbClr val="F8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219827" y="2617721"/>
            <a:ext cx="15695930" cy="3267075"/>
            <a:chOff x="2219827" y="2617721"/>
            <a:chExt cx="15695930" cy="3267075"/>
          </a:xfrm>
        </p:grpSpPr>
        <p:sp>
          <p:nvSpPr>
            <p:cNvPr id="5" name="object 5"/>
            <p:cNvSpPr/>
            <p:nvPr/>
          </p:nvSpPr>
          <p:spPr>
            <a:xfrm>
              <a:off x="2219827" y="2617721"/>
              <a:ext cx="15695930" cy="3267075"/>
            </a:xfrm>
            <a:custGeom>
              <a:avLst/>
              <a:gdLst/>
              <a:ahLst/>
              <a:cxnLst/>
              <a:rect l="l" t="t" r="r" b="b"/>
              <a:pathLst>
                <a:path w="15695930" h="3267075">
                  <a:moveTo>
                    <a:pt x="15570206" y="0"/>
                  </a:moveTo>
                  <a:lnTo>
                    <a:pt x="125650" y="0"/>
                  </a:lnTo>
                  <a:lnTo>
                    <a:pt x="76741" y="9874"/>
                  </a:lnTo>
                  <a:lnTo>
                    <a:pt x="36802" y="36802"/>
                  </a:lnTo>
                  <a:lnTo>
                    <a:pt x="9874" y="76741"/>
                  </a:lnTo>
                  <a:lnTo>
                    <a:pt x="0" y="125650"/>
                  </a:lnTo>
                  <a:lnTo>
                    <a:pt x="0" y="3141265"/>
                  </a:lnTo>
                  <a:lnTo>
                    <a:pt x="9874" y="3190174"/>
                  </a:lnTo>
                  <a:lnTo>
                    <a:pt x="36802" y="3230113"/>
                  </a:lnTo>
                  <a:lnTo>
                    <a:pt x="76741" y="3257041"/>
                  </a:lnTo>
                  <a:lnTo>
                    <a:pt x="125650" y="3266916"/>
                  </a:lnTo>
                  <a:lnTo>
                    <a:pt x="15570206" y="3266916"/>
                  </a:lnTo>
                  <a:lnTo>
                    <a:pt x="15619115" y="3257041"/>
                  </a:lnTo>
                  <a:lnTo>
                    <a:pt x="15659055" y="3230113"/>
                  </a:lnTo>
                  <a:lnTo>
                    <a:pt x="15685982" y="3190174"/>
                  </a:lnTo>
                  <a:lnTo>
                    <a:pt x="15695857" y="3141265"/>
                  </a:lnTo>
                  <a:lnTo>
                    <a:pt x="15695857" y="125650"/>
                  </a:lnTo>
                  <a:lnTo>
                    <a:pt x="15685982" y="76741"/>
                  </a:lnTo>
                  <a:lnTo>
                    <a:pt x="15659055" y="36802"/>
                  </a:lnTo>
                  <a:lnTo>
                    <a:pt x="15619115" y="9874"/>
                  </a:lnTo>
                  <a:lnTo>
                    <a:pt x="15570206" y="0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19827" y="2617721"/>
              <a:ext cx="1738630" cy="817244"/>
            </a:xfrm>
            <a:custGeom>
              <a:avLst/>
              <a:gdLst/>
              <a:ahLst/>
              <a:cxnLst/>
              <a:rect l="l" t="t" r="r" b="b"/>
              <a:pathLst>
                <a:path w="1738630" h="817245">
                  <a:moveTo>
                    <a:pt x="1738166" y="0"/>
                  </a:moveTo>
                  <a:lnTo>
                    <a:pt x="125650" y="0"/>
                  </a:lnTo>
                  <a:lnTo>
                    <a:pt x="76741" y="9874"/>
                  </a:lnTo>
                  <a:lnTo>
                    <a:pt x="36802" y="36802"/>
                  </a:lnTo>
                  <a:lnTo>
                    <a:pt x="9874" y="76741"/>
                  </a:lnTo>
                  <a:lnTo>
                    <a:pt x="0" y="125650"/>
                  </a:lnTo>
                  <a:lnTo>
                    <a:pt x="0" y="816729"/>
                  </a:lnTo>
                  <a:lnTo>
                    <a:pt x="1738166" y="816729"/>
                  </a:lnTo>
                  <a:lnTo>
                    <a:pt x="1738166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9820" y="2617729"/>
              <a:ext cx="1738630" cy="817244"/>
            </a:xfrm>
            <a:custGeom>
              <a:avLst/>
              <a:gdLst/>
              <a:ahLst/>
              <a:cxnLst/>
              <a:rect l="l" t="t" r="r" b="b"/>
              <a:pathLst>
                <a:path w="1738629" h="817245">
                  <a:moveTo>
                    <a:pt x="412508" y="277469"/>
                  </a:moveTo>
                  <a:lnTo>
                    <a:pt x="386753" y="277469"/>
                  </a:lnTo>
                  <a:lnTo>
                    <a:pt x="386753" y="352234"/>
                  </a:lnTo>
                  <a:lnTo>
                    <a:pt x="386753" y="372973"/>
                  </a:lnTo>
                  <a:lnTo>
                    <a:pt x="386753" y="447738"/>
                  </a:lnTo>
                  <a:lnTo>
                    <a:pt x="304761" y="447738"/>
                  </a:lnTo>
                  <a:lnTo>
                    <a:pt x="304761" y="372973"/>
                  </a:lnTo>
                  <a:lnTo>
                    <a:pt x="386753" y="372973"/>
                  </a:lnTo>
                  <a:lnTo>
                    <a:pt x="386753" y="352234"/>
                  </a:lnTo>
                  <a:lnTo>
                    <a:pt x="304761" y="352234"/>
                  </a:lnTo>
                  <a:lnTo>
                    <a:pt x="304761" y="277469"/>
                  </a:lnTo>
                  <a:lnTo>
                    <a:pt x="278688" y="277469"/>
                  </a:lnTo>
                  <a:lnTo>
                    <a:pt x="278688" y="469404"/>
                  </a:lnTo>
                  <a:lnTo>
                    <a:pt x="412508" y="469404"/>
                  </a:lnTo>
                  <a:lnTo>
                    <a:pt x="412508" y="447738"/>
                  </a:lnTo>
                  <a:lnTo>
                    <a:pt x="412508" y="372973"/>
                  </a:lnTo>
                  <a:lnTo>
                    <a:pt x="412508" y="352234"/>
                  </a:lnTo>
                  <a:lnTo>
                    <a:pt x="412508" y="277469"/>
                  </a:lnTo>
                  <a:close/>
                </a:path>
                <a:path w="1738629" h="817245">
                  <a:moveTo>
                    <a:pt x="495122" y="253288"/>
                  </a:moveTo>
                  <a:lnTo>
                    <a:pt x="469049" y="253288"/>
                  </a:lnTo>
                  <a:lnTo>
                    <a:pt x="469049" y="537883"/>
                  </a:lnTo>
                  <a:lnTo>
                    <a:pt x="495122" y="537883"/>
                  </a:lnTo>
                  <a:lnTo>
                    <a:pt x="495122" y="253288"/>
                  </a:lnTo>
                  <a:close/>
                </a:path>
                <a:path w="1738629" h="817245">
                  <a:moveTo>
                    <a:pt x="778446" y="281876"/>
                  </a:moveTo>
                  <a:lnTo>
                    <a:pt x="760857" y="281876"/>
                  </a:lnTo>
                  <a:lnTo>
                    <a:pt x="752373" y="281876"/>
                  </a:lnTo>
                  <a:lnTo>
                    <a:pt x="578345" y="281876"/>
                  </a:lnTo>
                  <a:lnTo>
                    <a:pt x="578345" y="303237"/>
                  </a:lnTo>
                  <a:lnTo>
                    <a:pt x="752335" y="303237"/>
                  </a:lnTo>
                  <a:lnTo>
                    <a:pt x="752208" y="331190"/>
                  </a:lnTo>
                  <a:lnTo>
                    <a:pt x="750112" y="384352"/>
                  </a:lnTo>
                  <a:lnTo>
                    <a:pt x="742632" y="436422"/>
                  </a:lnTo>
                  <a:lnTo>
                    <a:pt x="768388" y="439254"/>
                  </a:lnTo>
                  <a:lnTo>
                    <a:pt x="775296" y="391185"/>
                  </a:lnTo>
                  <a:lnTo>
                    <a:pt x="778090" y="340537"/>
                  </a:lnTo>
                  <a:lnTo>
                    <a:pt x="778421" y="303237"/>
                  </a:lnTo>
                  <a:lnTo>
                    <a:pt x="778446" y="281876"/>
                  </a:lnTo>
                  <a:close/>
                </a:path>
                <a:path w="1738629" h="817245">
                  <a:moveTo>
                    <a:pt x="808291" y="476008"/>
                  </a:moveTo>
                  <a:lnTo>
                    <a:pt x="710590" y="476008"/>
                  </a:lnTo>
                  <a:lnTo>
                    <a:pt x="710590" y="382397"/>
                  </a:lnTo>
                  <a:lnTo>
                    <a:pt x="684834" y="382397"/>
                  </a:lnTo>
                  <a:lnTo>
                    <a:pt x="684834" y="476008"/>
                  </a:lnTo>
                  <a:lnTo>
                    <a:pt x="640537" y="476008"/>
                  </a:lnTo>
                  <a:lnTo>
                    <a:pt x="640537" y="382397"/>
                  </a:lnTo>
                  <a:lnTo>
                    <a:pt x="614464" y="382397"/>
                  </a:lnTo>
                  <a:lnTo>
                    <a:pt x="614464" y="476008"/>
                  </a:lnTo>
                  <a:lnTo>
                    <a:pt x="551649" y="476008"/>
                  </a:lnTo>
                  <a:lnTo>
                    <a:pt x="551649" y="497674"/>
                  </a:lnTo>
                  <a:lnTo>
                    <a:pt x="808291" y="497674"/>
                  </a:lnTo>
                  <a:lnTo>
                    <a:pt x="808291" y="483857"/>
                  </a:lnTo>
                  <a:lnTo>
                    <a:pt x="808291" y="476008"/>
                  </a:lnTo>
                  <a:close/>
                </a:path>
                <a:path w="1738629" h="817245">
                  <a:moveTo>
                    <a:pt x="1081316" y="370776"/>
                  </a:moveTo>
                  <a:lnTo>
                    <a:pt x="1062621" y="334327"/>
                  </a:lnTo>
                  <a:lnTo>
                    <a:pt x="1056500" y="330441"/>
                  </a:lnTo>
                  <a:lnTo>
                    <a:pt x="1056500" y="361556"/>
                  </a:lnTo>
                  <a:lnTo>
                    <a:pt x="1056500" y="379984"/>
                  </a:lnTo>
                  <a:lnTo>
                    <a:pt x="1022591" y="400418"/>
                  </a:lnTo>
                  <a:lnTo>
                    <a:pt x="1013460" y="400926"/>
                  </a:lnTo>
                  <a:lnTo>
                    <a:pt x="1004201" y="400418"/>
                  </a:lnTo>
                  <a:lnTo>
                    <a:pt x="970432" y="379984"/>
                  </a:lnTo>
                  <a:lnTo>
                    <a:pt x="970432" y="361556"/>
                  </a:lnTo>
                  <a:lnTo>
                    <a:pt x="1004201" y="340829"/>
                  </a:lnTo>
                  <a:lnTo>
                    <a:pt x="1013460" y="340296"/>
                  </a:lnTo>
                  <a:lnTo>
                    <a:pt x="1022591" y="340829"/>
                  </a:lnTo>
                  <a:lnTo>
                    <a:pt x="1056500" y="361556"/>
                  </a:lnTo>
                  <a:lnTo>
                    <a:pt x="1056500" y="330441"/>
                  </a:lnTo>
                  <a:lnTo>
                    <a:pt x="1013460" y="320509"/>
                  </a:lnTo>
                  <a:lnTo>
                    <a:pt x="1003566" y="320903"/>
                  </a:lnTo>
                  <a:lnTo>
                    <a:pt x="964145" y="334327"/>
                  </a:lnTo>
                  <a:lnTo>
                    <a:pt x="945299" y="370776"/>
                  </a:lnTo>
                  <a:lnTo>
                    <a:pt x="945832" y="378079"/>
                  </a:lnTo>
                  <a:lnTo>
                    <a:pt x="970508" y="411289"/>
                  </a:lnTo>
                  <a:lnTo>
                    <a:pt x="1013460" y="420712"/>
                  </a:lnTo>
                  <a:lnTo>
                    <a:pt x="1023340" y="420344"/>
                  </a:lnTo>
                  <a:lnTo>
                    <a:pt x="1062621" y="407212"/>
                  </a:lnTo>
                  <a:lnTo>
                    <a:pt x="1069530" y="400926"/>
                  </a:lnTo>
                  <a:lnTo>
                    <a:pt x="1072832" y="397154"/>
                  </a:lnTo>
                  <a:lnTo>
                    <a:pt x="1076540" y="391274"/>
                  </a:lnTo>
                  <a:lnTo>
                    <a:pt x="1079195" y="384911"/>
                  </a:lnTo>
                  <a:lnTo>
                    <a:pt x="1080782" y="378079"/>
                  </a:lnTo>
                  <a:lnTo>
                    <a:pt x="1081316" y="370776"/>
                  </a:lnTo>
                  <a:close/>
                </a:path>
                <a:path w="1738629" h="817245">
                  <a:moveTo>
                    <a:pt x="1097330" y="285330"/>
                  </a:moveTo>
                  <a:lnTo>
                    <a:pt x="1026655" y="285330"/>
                  </a:lnTo>
                  <a:lnTo>
                    <a:pt x="1026655" y="251091"/>
                  </a:lnTo>
                  <a:lnTo>
                    <a:pt x="1000582" y="251091"/>
                  </a:lnTo>
                  <a:lnTo>
                    <a:pt x="1000582" y="285330"/>
                  </a:lnTo>
                  <a:lnTo>
                    <a:pt x="929589" y="285330"/>
                  </a:lnTo>
                  <a:lnTo>
                    <a:pt x="929589" y="306057"/>
                  </a:lnTo>
                  <a:lnTo>
                    <a:pt x="1097330" y="306057"/>
                  </a:lnTo>
                  <a:lnTo>
                    <a:pt x="1097330" y="296951"/>
                  </a:lnTo>
                  <a:lnTo>
                    <a:pt x="1097330" y="285330"/>
                  </a:lnTo>
                  <a:close/>
                </a:path>
                <a:path w="1738629" h="817245">
                  <a:moveTo>
                    <a:pt x="1152626" y="487946"/>
                  </a:moveTo>
                  <a:lnTo>
                    <a:pt x="1127887" y="451586"/>
                  </a:lnTo>
                  <a:lnTo>
                    <a:pt x="1126858" y="451129"/>
                  </a:lnTo>
                  <a:lnTo>
                    <a:pt x="1126858" y="487946"/>
                  </a:lnTo>
                  <a:lnTo>
                    <a:pt x="1125740" y="494461"/>
                  </a:lnTo>
                  <a:lnTo>
                    <a:pt x="1087996" y="514959"/>
                  </a:lnTo>
                  <a:lnTo>
                    <a:pt x="1060272" y="516839"/>
                  </a:lnTo>
                  <a:lnTo>
                    <a:pt x="1045413" y="516369"/>
                  </a:lnTo>
                  <a:lnTo>
                    <a:pt x="1003261" y="505142"/>
                  </a:lnTo>
                  <a:lnTo>
                    <a:pt x="993355" y="487946"/>
                  </a:lnTo>
                  <a:lnTo>
                    <a:pt x="994460" y="481418"/>
                  </a:lnTo>
                  <a:lnTo>
                    <a:pt x="1032230" y="460921"/>
                  </a:lnTo>
                  <a:lnTo>
                    <a:pt x="1060272" y="459041"/>
                  </a:lnTo>
                  <a:lnTo>
                    <a:pt x="1074978" y="459511"/>
                  </a:lnTo>
                  <a:lnTo>
                    <a:pt x="1116787" y="470738"/>
                  </a:lnTo>
                  <a:lnTo>
                    <a:pt x="1126858" y="487946"/>
                  </a:lnTo>
                  <a:lnTo>
                    <a:pt x="1126858" y="451129"/>
                  </a:lnTo>
                  <a:lnTo>
                    <a:pt x="1086891" y="440118"/>
                  </a:lnTo>
                  <a:lnTo>
                    <a:pt x="1060272" y="438619"/>
                  </a:lnTo>
                  <a:lnTo>
                    <a:pt x="1046327" y="439000"/>
                  </a:lnTo>
                  <a:lnTo>
                    <a:pt x="1001001" y="447751"/>
                  </a:lnTo>
                  <a:lnTo>
                    <a:pt x="970432" y="473417"/>
                  </a:lnTo>
                  <a:lnTo>
                    <a:pt x="967600" y="487946"/>
                  </a:lnTo>
                  <a:lnTo>
                    <a:pt x="968222" y="494461"/>
                  </a:lnTo>
                  <a:lnTo>
                    <a:pt x="992492" y="523989"/>
                  </a:lnTo>
                  <a:lnTo>
                    <a:pt x="1033411" y="535457"/>
                  </a:lnTo>
                  <a:lnTo>
                    <a:pt x="1060272" y="536943"/>
                  </a:lnTo>
                  <a:lnTo>
                    <a:pt x="1074077" y="536575"/>
                  </a:lnTo>
                  <a:lnTo>
                    <a:pt x="1119339" y="527812"/>
                  </a:lnTo>
                  <a:lnTo>
                    <a:pt x="1138339" y="516839"/>
                  </a:lnTo>
                  <a:lnTo>
                    <a:pt x="1141310" y="514324"/>
                  </a:lnTo>
                  <a:lnTo>
                    <a:pt x="1146263" y="508558"/>
                  </a:lnTo>
                  <a:lnTo>
                    <a:pt x="1149794" y="502234"/>
                  </a:lnTo>
                  <a:lnTo>
                    <a:pt x="1151915" y="495363"/>
                  </a:lnTo>
                  <a:lnTo>
                    <a:pt x="1152626" y="487946"/>
                  </a:lnTo>
                  <a:close/>
                </a:path>
                <a:path w="1738629" h="817245">
                  <a:moveTo>
                    <a:pt x="1191260" y="332130"/>
                  </a:moveTo>
                  <a:lnTo>
                    <a:pt x="1149477" y="332130"/>
                  </a:lnTo>
                  <a:lnTo>
                    <a:pt x="1149477" y="253288"/>
                  </a:lnTo>
                  <a:lnTo>
                    <a:pt x="1123403" y="253288"/>
                  </a:lnTo>
                  <a:lnTo>
                    <a:pt x="1123403" y="436422"/>
                  </a:lnTo>
                  <a:lnTo>
                    <a:pt x="1149477" y="436422"/>
                  </a:lnTo>
                  <a:lnTo>
                    <a:pt x="1149477" y="354126"/>
                  </a:lnTo>
                  <a:lnTo>
                    <a:pt x="1191260" y="354126"/>
                  </a:lnTo>
                  <a:lnTo>
                    <a:pt x="1191260" y="332130"/>
                  </a:lnTo>
                  <a:close/>
                </a:path>
                <a:path w="1738629" h="817245">
                  <a:moveTo>
                    <a:pt x="1442847" y="447738"/>
                  </a:moveTo>
                  <a:lnTo>
                    <a:pt x="1246517" y="447738"/>
                  </a:lnTo>
                  <a:lnTo>
                    <a:pt x="1246517" y="468782"/>
                  </a:lnTo>
                  <a:lnTo>
                    <a:pt x="1416773" y="468782"/>
                  </a:lnTo>
                  <a:lnTo>
                    <a:pt x="1416773" y="537578"/>
                  </a:lnTo>
                  <a:lnTo>
                    <a:pt x="1442847" y="537578"/>
                  </a:lnTo>
                  <a:lnTo>
                    <a:pt x="1442847" y="447738"/>
                  </a:lnTo>
                  <a:close/>
                </a:path>
                <a:path w="1738629" h="817245">
                  <a:moveTo>
                    <a:pt x="1474584" y="397154"/>
                  </a:moveTo>
                  <a:lnTo>
                    <a:pt x="1359293" y="397154"/>
                  </a:lnTo>
                  <a:lnTo>
                    <a:pt x="1359293" y="361657"/>
                  </a:lnTo>
                  <a:lnTo>
                    <a:pt x="1441589" y="361657"/>
                  </a:lnTo>
                  <a:lnTo>
                    <a:pt x="1441589" y="356323"/>
                  </a:lnTo>
                  <a:lnTo>
                    <a:pt x="1441589" y="340614"/>
                  </a:lnTo>
                  <a:lnTo>
                    <a:pt x="1441589" y="285953"/>
                  </a:lnTo>
                  <a:lnTo>
                    <a:pt x="1441589" y="265226"/>
                  </a:lnTo>
                  <a:lnTo>
                    <a:pt x="1416151" y="265226"/>
                  </a:lnTo>
                  <a:lnTo>
                    <a:pt x="1416151" y="285953"/>
                  </a:lnTo>
                  <a:lnTo>
                    <a:pt x="1416151" y="340614"/>
                  </a:lnTo>
                  <a:lnTo>
                    <a:pt x="1276362" y="340614"/>
                  </a:lnTo>
                  <a:lnTo>
                    <a:pt x="1276362" y="285953"/>
                  </a:lnTo>
                  <a:lnTo>
                    <a:pt x="1416151" y="285953"/>
                  </a:lnTo>
                  <a:lnTo>
                    <a:pt x="1416151" y="265226"/>
                  </a:lnTo>
                  <a:lnTo>
                    <a:pt x="1250924" y="265226"/>
                  </a:lnTo>
                  <a:lnTo>
                    <a:pt x="1250924" y="361657"/>
                  </a:lnTo>
                  <a:lnTo>
                    <a:pt x="1333220" y="361657"/>
                  </a:lnTo>
                  <a:lnTo>
                    <a:pt x="1333220" y="397154"/>
                  </a:lnTo>
                  <a:lnTo>
                    <a:pt x="1217942" y="397154"/>
                  </a:lnTo>
                  <a:lnTo>
                    <a:pt x="1217942" y="418515"/>
                  </a:lnTo>
                  <a:lnTo>
                    <a:pt x="1474584" y="418515"/>
                  </a:lnTo>
                  <a:lnTo>
                    <a:pt x="1474584" y="405320"/>
                  </a:lnTo>
                  <a:lnTo>
                    <a:pt x="1474584" y="397154"/>
                  </a:lnTo>
                  <a:close/>
                </a:path>
                <a:path w="1738629" h="817245">
                  <a:moveTo>
                    <a:pt x="1738172" y="0"/>
                  </a:moveTo>
                  <a:lnTo>
                    <a:pt x="1727695" y="0"/>
                  </a:lnTo>
                  <a:lnTo>
                    <a:pt x="1727695" y="10464"/>
                  </a:lnTo>
                  <a:lnTo>
                    <a:pt x="1727695" y="806259"/>
                  </a:lnTo>
                  <a:lnTo>
                    <a:pt x="10477" y="806259"/>
                  </a:lnTo>
                  <a:lnTo>
                    <a:pt x="10477" y="125653"/>
                  </a:lnTo>
                  <a:lnTo>
                    <a:pt x="19519" y="80810"/>
                  </a:lnTo>
                  <a:lnTo>
                    <a:pt x="44208" y="44208"/>
                  </a:lnTo>
                  <a:lnTo>
                    <a:pt x="80822" y="19519"/>
                  </a:lnTo>
                  <a:lnTo>
                    <a:pt x="125653" y="10464"/>
                  </a:lnTo>
                  <a:lnTo>
                    <a:pt x="1727695" y="10464"/>
                  </a:lnTo>
                  <a:lnTo>
                    <a:pt x="1727695" y="0"/>
                  </a:lnTo>
                  <a:lnTo>
                    <a:pt x="125653" y="0"/>
                  </a:lnTo>
                  <a:lnTo>
                    <a:pt x="76746" y="9867"/>
                  </a:lnTo>
                  <a:lnTo>
                    <a:pt x="36804" y="36804"/>
                  </a:lnTo>
                  <a:lnTo>
                    <a:pt x="9880" y="76733"/>
                  </a:lnTo>
                  <a:lnTo>
                    <a:pt x="0" y="125653"/>
                  </a:lnTo>
                  <a:lnTo>
                    <a:pt x="0" y="816724"/>
                  </a:lnTo>
                  <a:lnTo>
                    <a:pt x="10477" y="816724"/>
                  </a:lnTo>
                  <a:lnTo>
                    <a:pt x="1727695" y="816724"/>
                  </a:lnTo>
                  <a:lnTo>
                    <a:pt x="1738172" y="816724"/>
                  </a:lnTo>
                  <a:lnTo>
                    <a:pt x="17381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57994" y="2617721"/>
              <a:ext cx="6617970" cy="817244"/>
            </a:xfrm>
            <a:custGeom>
              <a:avLst/>
              <a:gdLst/>
              <a:ahLst/>
              <a:cxnLst/>
              <a:rect l="l" t="t" r="r" b="b"/>
              <a:pathLst>
                <a:path w="6617970" h="817245">
                  <a:moveTo>
                    <a:pt x="6617599" y="0"/>
                  </a:moveTo>
                  <a:lnTo>
                    <a:pt x="0" y="0"/>
                  </a:lnTo>
                  <a:lnTo>
                    <a:pt x="0" y="816729"/>
                  </a:lnTo>
                  <a:lnTo>
                    <a:pt x="6617599" y="816729"/>
                  </a:lnTo>
                  <a:lnTo>
                    <a:pt x="6617599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57993" y="2617729"/>
              <a:ext cx="6617970" cy="817244"/>
            </a:xfrm>
            <a:custGeom>
              <a:avLst/>
              <a:gdLst/>
              <a:ahLst/>
              <a:cxnLst/>
              <a:rect l="l" t="t" r="r" b="b"/>
              <a:pathLst>
                <a:path w="6617970" h="817245">
                  <a:moveTo>
                    <a:pt x="6617589" y="0"/>
                  </a:moveTo>
                  <a:lnTo>
                    <a:pt x="6607124" y="0"/>
                  </a:lnTo>
                  <a:lnTo>
                    <a:pt x="0" y="0"/>
                  </a:lnTo>
                  <a:lnTo>
                    <a:pt x="0" y="10464"/>
                  </a:lnTo>
                  <a:lnTo>
                    <a:pt x="6607124" y="10464"/>
                  </a:lnTo>
                  <a:lnTo>
                    <a:pt x="6607124" y="806259"/>
                  </a:lnTo>
                  <a:lnTo>
                    <a:pt x="0" y="806259"/>
                  </a:lnTo>
                  <a:lnTo>
                    <a:pt x="0" y="816724"/>
                  </a:lnTo>
                  <a:lnTo>
                    <a:pt x="6607124" y="816724"/>
                  </a:lnTo>
                  <a:lnTo>
                    <a:pt x="6617589" y="816724"/>
                  </a:lnTo>
                  <a:lnTo>
                    <a:pt x="6617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9936" y="2868499"/>
              <a:ext cx="2106661" cy="30981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575594" y="2617721"/>
              <a:ext cx="7340600" cy="817244"/>
            </a:xfrm>
            <a:custGeom>
              <a:avLst/>
              <a:gdLst/>
              <a:ahLst/>
              <a:cxnLst/>
              <a:rect l="l" t="t" r="r" b="b"/>
              <a:pathLst>
                <a:path w="7340600" h="817245">
                  <a:moveTo>
                    <a:pt x="7214440" y="0"/>
                  </a:moveTo>
                  <a:lnTo>
                    <a:pt x="0" y="0"/>
                  </a:lnTo>
                  <a:lnTo>
                    <a:pt x="0" y="816729"/>
                  </a:lnTo>
                  <a:lnTo>
                    <a:pt x="7340090" y="816729"/>
                  </a:lnTo>
                  <a:lnTo>
                    <a:pt x="7340090" y="125650"/>
                  </a:lnTo>
                  <a:lnTo>
                    <a:pt x="7330216" y="76741"/>
                  </a:lnTo>
                  <a:lnTo>
                    <a:pt x="7303288" y="36802"/>
                  </a:lnTo>
                  <a:lnTo>
                    <a:pt x="7263349" y="9874"/>
                  </a:lnTo>
                  <a:lnTo>
                    <a:pt x="7214440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575582" y="2617729"/>
              <a:ext cx="7340600" cy="817244"/>
            </a:xfrm>
            <a:custGeom>
              <a:avLst/>
              <a:gdLst/>
              <a:ahLst/>
              <a:cxnLst/>
              <a:rect l="l" t="t" r="r" b="b"/>
              <a:pathLst>
                <a:path w="7340600" h="817245">
                  <a:moveTo>
                    <a:pt x="2990062" y="284619"/>
                  </a:moveTo>
                  <a:lnTo>
                    <a:pt x="2957042" y="284619"/>
                  </a:lnTo>
                  <a:lnTo>
                    <a:pt x="2879407" y="474256"/>
                  </a:lnTo>
                  <a:lnTo>
                    <a:pt x="2876727" y="474256"/>
                  </a:lnTo>
                  <a:lnTo>
                    <a:pt x="2821559" y="339496"/>
                  </a:lnTo>
                  <a:lnTo>
                    <a:pt x="2799092" y="284619"/>
                  </a:lnTo>
                  <a:lnTo>
                    <a:pt x="2766072" y="284619"/>
                  </a:lnTo>
                  <a:lnTo>
                    <a:pt x="2766072" y="513067"/>
                  </a:lnTo>
                  <a:lnTo>
                    <a:pt x="2791955" y="513067"/>
                  </a:lnTo>
                  <a:lnTo>
                    <a:pt x="2791955" y="339496"/>
                  </a:lnTo>
                  <a:lnTo>
                    <a:pt x="2794177" y="339496"/>
                  </a:lnTo>
                  <a:lnTo>
                    <a:pt x="2865577" y="513067"/>
                  </a:lnTo>
                  <a:lnTo>
                    <a:pt x="2890558" y="513067"/>
                  </a:lnTo>
                  <a:lnTo>
                    <a:pt x="2906534" y="474256"/>
                  </a:lnTo>
                  <a:lnTo>
                    <a:pt x="2961957" y="339496"/>
                  </a:lnTo>
                  <a:lnTo>
                    <a:pt x="2964192" y="339496"/>
                  </a:lnTo>
                  <a:lnTo>
                    <a:pt x="2964192" y="513067"/>
                  </a:lnTo>
                  <a:lnTo>
                    <a:pt x="2990062" y="513067"/>
                  </a:lnTo>
                  <a:lnTo>
                    <a:pt x="2990062" y="339496"/>
                  </a:lnTo>
                  <a:lnTo>
                    <a:pt x="2990062" y="284619"/>
                  </a:lnTo>
                  <a:close/>
                </a:path>
                <a:path w="7340600" h="817245">
                  <a:moveTo>
                    <a:pt x="3179394" y="488530"/>
                  </a:moveTo>
                  <a:lnTo>
                    <a:pt x="3073196" y="488530"/>
                  </a:lnTo>
                  <a:lnTo>
                    <a:pt x="3073196" y="284619"/>
                  </a:lnTo>
                  <a:lnTo>
                    <a:pt x="3045536" y="284619"/>
                  </a:lnTo>
                  <a:lnTo>
                    <a:pt x="3045536" y="513067"/>
                  </a:lnTo>
                  <a:lnTo>
                    <a:pt x="3179394" y="513067"/>
                  </a:lnTo>
                  <a:lnTo>
                    <a:pt x="3179394" y="488530"/>
                  </a:lnTo>
                  <a:close/>
                </a:path>
                <a:path w="7340600" h="817245">
                  <a:moveTo>
                    <a:pt x="3293618" y="256057"/>
                  </a:moveTo>
                  <a:lnTo>
                    <a:pt x="3270415" y="256057"/>
                  </a:lnTo>
                  <a:lnTo>
                    <a:pt x="3260801" y="271310"/>
                  </a:lnTo>
                  <a:lnTo>
                    <a:pt x="3238970" y="321310"/>
                  </a:lnTo>
                  <a:lnTo>
                    <a:pt x="3228721" y="378180"/>
                  </a:lnTo>
                  <a:lnTo>
                    <a:pt x="3228035" y="398843"/>
                  </a:lnTo>
                  <a:lnTo>
                    <a:pt x="3228721" y="419506"/>
                  </a:lnTo>
                  <a:lnTo>
                    <a:pt x="3234182" y="458330"/>
                  </a:lnTo>
                  <a:lnTo>
                    <a:pt x="3252355" y="510451"/>
                  </a:lnTo>
                  <a:lnTo>
                    <a:pt x="3270415" y="541629"/>
                  </a:lnTo>
                  <a:lnTo>
                    <a:pt x="3293618" y="541629"/>
                  </a:lnTo>
                  <a:lnTo>
                    <a:pt x="3288398" y="533717"/>
                  </a:lnTo>
                  <a:lnTo>
                    <a:pt x="3283420" y="524725"/>
                  </a:lnTo>
                  <a:lnTo>
                    <a:pt x="3266402" y="479069"/>
                  </a:lnTo>
                  <a:lnTo>
                    <a:pt x="3258172" y="439331"/>
                  </a:lnTo>
                  <a:lnTo>
                    <a:pt x="3255251" y="398843"/>
                  </a:lnTo>
                  <a:lnTo>
                    <a:pt x="3255429" y="388823"/>
                  </a:lnTo>
                  <a:lnTo>
                    <a:pt x="3259798" y="348170"/>
                  </a:lnTo>
                  <a:lnTo>
                    <a:pt x="3269132" y="309194"/>
                  </a:lnTo>
                  <a:lnTo>
                    <a:pt x="3285845" y="268389"/>
                  </a:lnTo>
                  <a:lnTo>
                    <a:pt x="3289668" y="261899"/>
                  </a:lnTo>
                  <a:lnTo>
                    <a:pt x="3293618" y="256057"/>
                  </a:lnTo>
                  <a:close/>
                </a:path>
                <a:path w="7340600" h="817245">
                  <a:moveTo>
                    <a:pt x="3476434" y="370459"/>
                  </a:moveTo>
                  <a:lnTo>
                    <a:pt x="3475952" y="363626"/>
                  </a:lnTo>
                  <a:lnTo>
                    <a:pt x="3475901" y="362877"/>
                  </a:lnTo>
                  <a:lnTo>
                    <a:pt x="3474313" y="355854"/>
                  </a:lnTo>
                  <a:lnTo>
                    <a:pt x="3451618" y="329196"/>
                  </a:lnTo>
                  <a:lnTo>
                    <a:pt x="3451618" y="370459"/>
                  </a:lnTo>
                  <a:lnTo>
                    <a:pt x="3450869" y="377177"/>
                  </a:lnTo>
                  <a:lnTo>
                    <a:pt x="3417709" y="400735"/>
                  </a:lnTo>
                  <a:lnTo>
                    <a:pt x="3408578" y="401243"/>
                  </a:lnTo>
                  <a:lnTo>
                    <a:pt x="3399320" y="400735"/>
                  </a:lnTo>
                  <a:lnTo>
                    <a:pt x="3366274" y="377177"/>
                  </a:lnTo>
                  <a:lnTo>
                    <a:pt x="3365550" y="370459"/>
                  </a:lnTo>
                  <a:lnTo>
                    <a:pt x="3366274" y="363626"/>
                  </a:lnTo>
                  <a:lnTo>
                    <a:pt x="3399320" y="339890"/>
                  </a:lnTo>
                  <a:lnTo>
                    <a:pt x="3408578" y="339356"/>
                  </a:lnTo>
                  <a:lnTo>
                    <a:pt x="3417824" y="339890"/>
                  </a:lnTo>
                  <a:lnTo>
                    <a:pt x="3450869" y="363626"/>
                  </a:lnTo>
                  <a:lnTo>
                    <a:pt x="3451618" y="370459"/>
                  </a:lnTo>
                  <a:lnTo>
                    <a:pt x="3451618" y="329196"/>
                  </a:lnTo>
                  <a:lnTo>
                    <a:pt x="3408578" y="319252"/>
                  </a:lnTo>
                  <a:lnTo>
                    <a:pt x="3398824" y="319646"/>
                  </a:lnTo>
                  <a:lnTo>
                    <a:pt x="3359340" y="333159"/>
                  </a:lnTo>
                  <a:lnTo>
                    <a:pt x="3340417" y="370459"/>
                  </a:lnTo>
                  <a:lnTo>
                    <a:pt x="3340887" y="377177"/>
                  </a:lnTo>
                  <a:lnTo>
                    <a:pt x="3365804" y="411784"/>
                  </a:lnTo>
                  <a:lnTo>
                    <a:pt x="3408578" y="421665"/>
                  </a:lnTo>
                  <a:lnTo>
                    <a:pt x="3418344" y="421271"/>
                  </a:lnTo>
                  <a:lnTo>
                    <a:pt x="3457740" y="407606"/>
                  </a:lnTo>
                  <a:lnTo>
                    <a:pt x="3464661" y="401243"/>
                  </a:lnTo>
                  <a:lnTo>
                    <a:pt x="3467951" y="397471"/>
                  </a:lnTo>
                  <a:lnTo>
                    <a:pt x="3471659" y="391541"/>
                  </a:lnTo>
                  <a:lnTo>
                    <a:pt x="3474313" y="385064"/>
                  </a:lnTo>
                  <a:lnTo>
                    <a:pt x="3475901" y="378040"/>
                  </a:lnTo>
                  <a:lnTo>
                    <a:pt x="3476434" y="370459"/>
                  </a:lnTo>
                  <a:close/>
                </a:path>
                <a:path w="7340600" h="817245">
                  <a:moveTo>
                    <a:pt x="3492449" y="283438"/>
                  </a:moveTo>
                  <a:lnTo>
                    <a:pt x="3421773" y="283438"/>
                  </a:lnTo>
                  <a:lnTo>
                    <a:pt x="3421773" y="252031"/>
                  </a:lnTo>
                  <a:lnTo>
                    <a:pt x="3395700" y="252031"/>
                  </a:lnTo>
                  <a:lnTo>
                    <a:pt x="3395700" y="283438"/>
                  </a:lnTo>
                  <a:lnTo>
                    <a:pt x="3324707" y="283438"/>
                  </a:lnTo>
                  <a:lnTo>
                    <a:pt x="3324707" y="304495"/>
                  </a:lnTo>
                  <a:lnTo>
                    <a:pt x="3492449" y="304495"/>
                  </a:lnTo>
                  <a:lnTo>
                    <a:pt x="3492449" y="295071"/>
                  </a:lnTo>
                  <a:lnTo>
                    <a:pt x="3492449" y="283438"/>
                  </a:lnTo>
                  <a:close/>
                </a:path>
                <a:path w="7340600" h="817245">
                  <a:moveTo>
                    <a:pt x="3544595" y="446481"/>
                  </a:moveTo>
                  <a:lnTo>
                    <a:pt x="3359899" y="446481"/>
                  </a:lnTo>
                  <a:lnTo>
                    <a:pt x="3359899" y="467842"/>
                  </a:lnTo>
                  <a:lnTo>
                    <a:pt x="3518522" y="467842"/>
                  </a:lnTo>
                  <a:lnTo>
                    <a:pt x="3518522" y="537578"/>
                  </a:lnTo>
                  <a:lnTo>
                    <a:pt x="3544595" y="537578"/>
                  </a:lnTo>
                  <a:lnTo>
                    <a:pt x="3544595" y="446481"/>
                  </a:lnTo>
                  <a:close/>
                </a:path>
                <a:path w="7340600" h="817245">
                  <a:moveTo>
                    <a:pt x="3586378" y="331825"/>
                  </a:moveTo>
                  <a:lnTo>
                    <a:pt x="3544595" y="331825"/>
                  </a:lnTo>
                  <a:lnTo>
                    <a:pt x="3544595" y="253288"/>
                  </a:lnTo>
                  <a:lnTo>
                    <a:pt x="3518522" y="253288"/>
                  </a:lnTo>
                  <a:lnTo>
                    <a:pt x="3518522" y="431088"/>
                  </a:lnTo>
                  <a:lnTo>
                    <a:pt x="3544595" y="431088"/>
                  </a:lnTo>
                  <a:lnTo>
                    <a:pt x="3544595" y="353491"/>
                  </a:lnTo>
                  <a:lnTo>
                    <a:pt x="3586378" y="353491"/>
                  </a:lnTo>
                  <a:lnTo>
                    <a:pt x="3586378" y="331825"/>
                  </a:lnTo>
                  <a:close/>
                </a:path>
                <a:path w="7340600" h="817245">
                  <a:moveTo>
                    <a:pt x="3836085" y="423862"/>
                  </a:moveTo>
                  <a:lnTo>
                    <a:pt x="3810330" y="423862"/>
                  </a:lnTo>
                  <a:lnTo>
                    <a:pt x="3810330" y="456526"/>
                  </a:lnTo>
                  <a:lnTo>
                    <a:pt x="3810330" y="476948"/>
                  </a:lnTo>
                  <a:lnTo>
                    <a:pt x="3810330" y="512762"/>
                  </a:lnTo>
                  <a:lnTo>
                    <a:pt x="3671163" y="512762"/>
                  </a:lnTo>
                  <a:lnTo>
                    <a:pt x="3671163" y="476948"/>
                  </a:lnTo>
                  <a:lnTo>
                    <a:pt x="3810330" y="476948"/>
                  </a:lnTo>
                  <a:lnTo>
                    <a:pt x="3810330" y="456526"/>
                  </a:lnTo>
                  <a:lnTo>
                    <a:pt x="3671163" y="456526"/>
                  </a:lnTo>
                  <a:lnTo>
                    <a:pt x="3671163" y="423862"/>
                  </a:lnTo>
                  <a:lnTo>
                    <a:pt x="3645408" y="423862"/>
                  </a:lnTo>
                  <a:lnTo>
                    <a:pt x="3645408" y="533806"/>
                  </a:lnTo>
                  <a:lnTo>
                    <a:pt x="3836085" y="533806"/>
                  </a:lnTo>
                  <a:lnTo>
                    <a:pt x="3836085" y="512762"/>
                  </a:lnTo>
                  <a:lnTo>
                    <a:pt x="3836085" y="476948"/>
                  </a:lnTo>
                  <a:lnTo>
                    <a:pt x="3836085" y="456526"/>
                  </a:lnTo>
                  <a:lnTo>
                    <a:pt x="3836085" y="423862"/>
                  </a:lnTo>
                  <a:close/>
                </a:path>
                <a:path w="7340600" h="817245">
                  <a:moveTo>
                    <a:pt x="3854932" y="342188"/>
                  </a:moveTo>
                  <a:lnTo>
                    <a:pt x="3817963" y="332955"/>
                  </a:lnTo>
                  <a:lnTo>
                    <a:pt x="3780498" y="312407"/>
                  </a:lnTo>
                  <a:lnTo>
                    <a:pt x="3754818" y="276593"/>
                  </a:lnTo>
                  <a:lnTo>
                    <a:pt x="3754729" y="256425"/>
                  </a:lnTo>
                  <a:lnTo>
                    <a:pt x="3750640" y="256425"/>
                  </a:lnTo>
                  <a:lnTo>
                    <a:pt x="3750640" y="269303"/>
                  </a:lnTo>
                  <a:lnTo>
                    <a:pt x="3750272" y="276225"/>
                  </a:lnTo>
                  <a:lnTo>
                    <a:pt x="3750246" y="276593"/>
                  </a:lnTo>
                  <a:lnTo>
                    <a:pt x="3749179" y="283019"/>
                  </a:lnTo>
                  <a:lnTo>
                    <a:pt x="3749065" y="283679"/>
                  </a:lnTo>
                  <a:lnTo>
                    <a:pt x="3750246" y="276593"/>
                  </a:lnTo>
                  <a:lnTo>
                    <a:pt x="3750640" y="269303"/>
                  </a:lnTo>
                  <a:lnTo>
                    <a:pt x="3750640" y="256425"/>
                  </a:lnTo>
                  <a:lnTo>
                    <a:pt x="3735781" y="256425"/>
                  </a:lnTo>
                  <a:lnTo>
                    <a:pt x="3735781" y="290106"/>
                  </a:lnTo>
                  <a:lnTo>
                    <a:pt x="3734295" y="284746"/>
                  </a:lnTo>
                  <a:lnTo>
                    <a:pt x="3735679" y="289725"/>
                  </a:lnTo>
                  <a:lnTo>
                    <a:pt x="3735781" y="290106"/>
                  </a:lnTo>
                  <a:lnTo>
                    <a:pt x="3735781" y="256425"/>
                  </a:lnTo>
                  <a:lnTo>
                    <a:pt x="3733914" y="256425"/>
                  </a:lnTo>
                  <a:lnTo>
                    <a:pt x="3733914" y="283362"/>
                  </a:lnTo>
                  <a:lnTo>
                    <a:pt x="3732822" y="276593"/>
                  </a:lnTo>
                  <a:lnTo>
                    <a:pt x="3733863" y="283019"/>
                  </a:lnTo>
                  <a:lnTo>
                    <a:pt x="3733914" y="283362"/>
                  </a:lnTo>
                  <a:lnTo>
                    <a:pt x="3733914" y="256425"/>
                  </a:lnTo>
                  <a:lnTo>
                    <a:pt x="3732428" y="256425"/>
                  </a:lnTo>
                  <a:lnTo>
                    <a:pt x="3728021" y="256425"/>
                  </a:lnTo>
                  <a:lnTo>
                    <a:pt x="3727983" y="276593"/>
                  </a:lnTo>
                  <a:lnTo>
                    <a:pt x="3702545" y="312712"/>
                  </a:lnTo>
                  <a:lnTo>
                    <a:pt x="3664610" y="332803"/>
                  </a:lnTo>
                  <a:lnTo>
                    <a:pt x="3627501" y="342188"/>
                  </a:lnTo>
                  <a:lnTo>
                    <a:pt x="3637242" y="362915"/>
                  </a:lnTo>
                  <a:lnTo>
                    <a:pt x="3679329" y="351434"/>
                  </a:lnTo>
                  <a:lnTo>
                    <a:pt x="3715461" y="331266"/>
                  </a:lnTo>
                  <a:lnTo>
                    <a:pt x="3741534" y="302463"/>
                  </a:lnTo>
                  <a:lnTo>
                    <a:pt x="3741801" y="302958"/>
                  </a:lnTo>
                  <a:lnTo>
                    <a:pt x="3773614" y="335762"/>
                  </a:lnTo>
                  <a:lnTo>
                    <a:pt x="3811270" y="354431"/>
                  </a:lnTo>
                  <a:lnTo>
                    <a:pt x="3845509" y="362915"/>
                  </a:lnTo>
                  <a:lnTo>
                    <a:pt x="3854932" y="342188"/>
                  </a:lnTo>
                  <a:close/>
                </a:path>
                <a:path w="7340600" h="817245">
                  <a:moveTo>
                    <a:pt x="3869690" y="382714"/>
                  </a:moveTo>
                  <a:lnTo>
                    <a:pt x="3613048" y="382714"/>
                  </a:lnTo>
                  <a:lnTo>
                    <a:pt x="3613048" y="404063"/>
                  </a:lnTo>
                  <a:lnTo>
                    <a:pt x="3869690" y="404063"/>
                  </a:lnTo>
                  <a:lnTo>
                    <a:pt x="3869690" y="382714"/>
                  </a:lnTo>
                  <a:close/>
                </a:path>
                <a:path w="7340600" h="817245">
                  <a:moveTo>
                    <a:pt x="3991178" y="273900"/>
                  </a:moveTo>
                  <a:lnTo>
                    <a:pt x="3967086" y="273900"/>
                  </a:lnTo>
                  <a:lnTo>
                    <a:pt x="3893464" y="547433"/>
                  </a:lnTo>
                  <a:lnTo>
                    <a:pt x="3917556" y="547433"/>
                  </a:lnTo>
                  <a:lnTo>
                    <a:pt x="3991178" y="273900"/>
                  </a:lnTo>
                  <a:close/>
                </a:path>
                <a:path w="7340600" h="817245">
                  <a:moveTo>
                    <a:pt x="4271581" y="479463"/>
                  </a:moveTo>
                  <a:lnTo>
                    <a:pt x="4155033" y="479463"/>
                  </a:lnTo>
                  <a:lnTo>
                    <a:pt x="4155033" y="410667"/>
                  </a:lnTo>
                  <a:lnTo>
                    <a:pt x="4240161" y="410667"/>
                  </a:lnTo>
                  <a:lnTo>
                    <a:pt x="4240161" y="405955"/>
                  </a:lnTo>
                  <a:lnTo>
                    <a:pt x="4240161" y="389928"/>
                  </a:lnTo>
                  <a:lnTo>
                    <a:pt x="4240161" y="297891"/>
                  </a:lnTo>
                  <a:lnTo>
                    <a:pt x="4240161" y="276847"/>
                  </a:lnTo>
                  <a:lnTo>
                    <a:pt x="4214723" y="276847"/>
                  </a:lnTo>
                  <a:lnTo>
                    <a:pt x="4214723" y="297891"/>
                  </a:lnTo>
                  <a:lnTo>
                    <a:pt x="4214723" y="389928"/>
                  </a:lnTo>
                  <a:lnTo>
                    <a:pt x="4069600" y="389928"/>
                  </a:lnTo>
                  <a:lnTo>
                    <a:pt x="4069600" y="297891"/>
                  </a:lnTo>
                  <a:lnTo>
                    <a:pt x="4214723" y="297891"/>
                  </a:lnTo>
                  <a:lnTo>
                    <a:pt x="4214723" y="276847"/>
                  </a:lnTo>
                  <a:lnTo>
                    <a:pt x="4044150" y="276847"/>
                  </a:lnTo>
                  <a:lnTo>
                    <a:pt x="4044150" y="410667"/>
                  </a:lnTo>
                  <a:lnTo>
                    <a:pt x="4129278" y="410667"/>
                  </a:lnTo>
                  <a:lnTo>
                    <a:pt x="4129278" y="479463"/>
                  </a:lnTo>
                  <a:lnTo>
                    <a:pt x="4014000" y="479463"/>
                  </a:lnTo>
                  <a:lnTo>
                    <a:pt x="4014000" y="501129"/>
                  </a:lnTo>
                  <a:lnTo>
                    <a:pt x="4271581" y="501129"/>
                  </a:lnTo>
                  <a:lnTo>
                    <a:pt x="4271581" y="485432"/>
                  </a:lnTo>
                  <a:lnTo>
                    <a:pt x="4271581" y="479463"/>
                  </a:lnTo>
                  <a:close/>
                </a:path>
                <a:path w="7340600" h="817245">
                  <a:moveTo>
                    <a:pt x="4439615" y="383336"/>
                  </a:moveTo>
                  <a:lnTo>
                    <a:pt x="4439590" y="383019"/>
                  </a:lnTo>
                  <a:lnTo>
                    <a:pt x="4437723" y="362292"/>
                  </a:lnTo>
                  <a:lnTo>
                    <a:pt x="4429468" y="363766"/>
                  </a:lnTo>
                  <a:lnTo>
                    <a:pt x="4421314" y="365036"/>
                  </a:lnTo>
                  <a:lnTo>
                    <a:pt x="4381398" y="368833"/>
                  </a:lnTo>
                  <a:lnTo>
                    <a:pt x="4373016" y="369201"/>
                  </a:lnTo>
                  <a:lnTo>
                    <a:pt x="4377283" y="369201"/>
                  </a:lnTo>
                  <a:lnTo>
                    <a:pt x="4347515" y="369519"/>
                  </a:lnTo>
                  <a:lnTo>
                    <a:pt x="4342549" y="369519"/>
                  </a:lnTo>
                  <a:lnTo>
                    <a:pt x="4342549" y="290664"/>
                  </a:lnTo>
                  <a:lnTo>
                    <a:pt x="4424223" y="290664"/>
                  </a:lnTo>
                  <a:lnTo>
                    <a:pt x="4424223" y="269621"/>
                  </a:lnTo>
                  <a:lnTo>
                    <a:pt x="4316793" y="269621"/>
                  </a:lnTo>
                  <a:lnTo>
                    <a:pt x="4316793" y="390563"/>
                  </a:lnTo>
                  <a:lnTo>
                    <a:pt x="4347692" y="390563"/>
                  </a:lnTo>
                  <a:lnTo>
                    <a:pt x="4377982" y="390245"/>
                  </a:lnTo>
                  <a:lnTo>
                    <a:pt x="4373651" y="390245"/>
                  </a:lnTo>
                  <a:lnTo>
                    <a:pt x="4382186" y="389877"/>
                  </a:lnTo>
                  <a:lnTo>
                    <a:pt x="4422889" y="386080"/>
                  </a:lnTo>
                  <a:lnTo>
                    <a:pt x="4431195" y="384810"/>
                  </a:lnTo>
                  <a:lnTo>
                    <a:pt x="4439615" y="383336"/>
                  </a:lnTo>
                  <a:close/>
                </a:path>
                <a:path w="7340600" h="817245">
                  <a:moveTo>
                    <a:pt x="4488612" y="259257"/>
                  </a:moveTo>
                  <a:lnTo>
                    <a:pt x="4463796" y="259257"/>
                  </a:lnTo>
                  <a:lnTo>
                    <a:pt x="4463796" y="316115"/>
                  </a:lnTo>
                  <a:lnTo>
                    <a:pt x="4406938" y="316115"/>
                  </a:lnTo>
                  <a:lnTo>
                    <a:pt x="4406938" y="336537"/>
                  </a:lnTo>
                  <a:lnTo>
                    <a:pt x="4463796" y="336537"/>
                  </a:lnTo>
                  <a:lnTo>
                    <a:pt x="4463796" y="401866"/>
                  </a:lnTo>
                  <a:lnTo>
                    <a:pt x="4488612" y="401866"/>
                  </a:lnTo>
                  <a:lnTo>
                    <a:pt x="4488612" y="336537"/>
                  </a:lnTo>
                  <a:lnTo>
                    <a:pt x="4488612" y="316115"/>
                  </a:lnTo>
                  <a:lnTo>
                    <a:pt x="4488612" y="259257"/>
                  </a:lnTo>
                  <a:close/>
                </a:path>
                <a:path w="7340600" h="817245">
                  <a:moveTo>
                    <a:pt x="4543272" y="253606"/>
                  </a:moveTo>
                  <a:lnTo>
                    <a:pt x="4518457" y="253606"/>
                  </a:lnTo>
                  <a:lnTo>
                    <a:pt x="4518457" y="404380"/>
                  </a:lnTo>
                  <a:lnTo>
                    <a:pt x="4543272" y="404380"/>
                  </a:lnTo>
                  <a:lnTo>
                    <a:pt x="4543272" y="253606"/>
                  </a:lnTo>
                  <a:close/>
                </a:path>
                <a:path w="7340600" h="817245">
                  <a:moveTo>
                    <a:pt x="4553636" y="512762"/>
                  </a:moveTo>
                  <a:lnTo>
                    <a:pt x="4381182" y="512762"/>
                  </a:lnTo>
                  <a:lnTo>
                    <a:pt x="4381182" y="483539"/>
                  </a:lnTo>
                  <a:lnTo>
                    <a:pt x="4543272" y="483539"/>
                  </a:lnTo>
                  <a:lnTo>
                    <a:pt x="4543272" y="416953"/>
                  </a:lnTo>
                  <a:lnTo>
                    <a:pt x="4354792" y="416953"/>
                  </a:lnTo>
                  <a:lnTo>
                    <a:pt x="4354792" y="437680"/>
                  </a:lnTo>
                  <a:lnTo>
                    <a:pt x="4517834" y="437680"/>
                  </a:lnTo>
                  <a:lnTo>
                    <a:pt x="4517834" y="463753"/>
                  </a:lnTo>
                  <a:lnTo>
                    <a:pt x="4355427" y="463753"/>
                  </a:lnTo>
                  <a:lnTo>
                    <a:pt x="4355427" y="533806"/>
                  </a:lnTo>
                  <a:lnTo>
                    <a:pt x="4553636" y="533806"/>
                  </a:lnTo>
                  <a:lnTo>
                    <a:pt x="4553636" y="525322"/>
                  </a:lnTo>
                  <a:lnTo>
                    <a:pt x="4553636" y="512762"/>
                  </a:lnTo>
                  <a:close/>
                </a:path>
                <a:path w="7340600" h="817245">
                  <a:moveTo>
                    <a:pt x="4656544" y="416687"/>
                  </a:moveTo>
                  <a:lnTo>
                    <a:pt x="4653813" y="376428"/>
                  </a:lnTo>
                  <a:lnTo>
                    <a:pt x="4645507" y="339166"/>
                  </a:lnTo>
                  <a:lnTo>
                    <a:pt x="4623778" y="289153"/>
                  </a:lnTo>
                  <a:lnTo>
                    <a:pt x="4614164" y="273900"/>
                  </a:lnTo>
                  <a:lnTo>
                    <a:pt x="4590961" y="273900"/>
                  </a:lnTo>
                  <a:lnTo>
                    <a:pt x="4596181" y="281813"/>
                  </a:lnTo>
                  <a:lnTo>
                    <a:pt x="4601159" y="290804"/>
                  </a:lnTo>
                  <a:lnTo>
                    <a:pt x="4618177" y="336461"/>
                  </a:lnTo>
                  <a:lnTo>
                    <a:pt x="4626407" y="376224"/>
                  </a:lnTo>
                  <a:lnTo>
                    <a:pt x="4629328" y="416687"/>
                  </a:lnTo>
                  <a:lnTo>
                    <a:pt x="4629137" y="426669"/>
                  </a:lnTo>
                  <a:lnTo>
                    <a:pt x="4624717" y="467372"/>
                  </a:lnTo>
                  <a:lnTo>
                    <a:pt x="4615446" y="506399"/>
                  </a:lnTo>
                  <a:lnTo>
                    <a:pt x="4598708" y="547154"/>
                  </a:lnTo>
                  <a:lnTo>
                    <a:pt x="4590961" y="559473"/>
                  </a:lnTo>
                  <a:lnTo>
                    <a:pt x="4614164" y="559473"/>
                  </a:lnTo>
                  <a:lnTo>
                    <a:pt x="4639449" y="511657"/>
                  </a:lnTo>
                  <a:lnTo>
                    <a:pt x="4653788" y="457187"/>
                  </a:lnTo>
                  <a:lnTo>
                    <a:pt x="4655858" y="437349"/>
                  </a:lnTo>
                  <a:lnTo>
                    <a:pt x="4656544" y="416687"/>
                  </a:lnTo>
                  <a:close/>
                </a:path>
                <a:path w="7340600" h="817245">
                  <a:moveTo>
                    <a:pt x="7340092" y="125653"/>
                  </a:moveTo>
                  <a:lnTo>
                    <a:pt x="7330224" y="76733"/>
                  </a:lnTo>
                  <a:lnTo>
                    <a:pt x="7303300" y="36804"/>
                  </a:lnTo>
                  <a:lnTo>
                    <a:pt x="7263358" y="9867"/>
                  </a:lnTo>
                  <a:lnTo>
                    <a:pt x="7214451" y="0"/>
                  </a:lnTo>
                  <a:lnTo>
                    <a:pt x="0" y="0"/>
                  </a:lnTo>
                  <a:lnTo>
                    <a:pt x="0" y="10464"/>
                  </a:lnTo>
                  <a:lnTo>
                    <a:pt x="7214451" y="10464"/>
                  </a:lnTo>
                  <a:lnTo>
                    <a:pt x="7259282" y="19519"/>
                  </a:lnTo>
                  <a:lnTo>
                    <a:pt x="7295896" y="44208"/>
                  </a:lnTo>
                  <a:lnTo>
                    <a:pt x="7320572" y="80810"/>
                  </a:lnTo>
                  <a:lnTo>
                    <a:pt x="7329627" y="125653"/>
                  </a:lnTo>
                  <a:lnTo>
                    <a:pt x="7329627" y="806259"/>
                  </a:lnTo>
                  <a:lnTo>
                    <a:pt x="0" y="806259"/>
                  </a:lnTo>
                  <a:lnTo>
                    <a:pt x="0" y="816724"/>
                  </a:lnTo>
                  <a:lnTo>
                    <a:pt x="7340092" y="816724"/>
                  </a:lnTo>
                  <a:lnTo>
                    <a:pt x="7340092" y="1256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19827" y="3434450"/>
              <a:ext cx="1738630" cy="817244"/>
            </a:xfrm>
            <a:custGeom>
              <a:avLst/>
              <a:gdLst/>
              <a:ahLst/>
              <a:cxnLst/>
              <a:rect l="l" t="t" r="r" b="b"/>
              <a:pathLst>
                <a:path w="1738630" h="817245">
                  <a:moveTo>
                    <a:pt x="1738166" y="0"/>
                  </a:moveTo>
                  <a:lnTo>
                    <a:pt x="0" y="0"/>
                  </a:lnTo>
                  <a:lnTo>
                    <a:pt x="0" y="816729"/>
                  </a:lnTo>
                  <a:lnTo>
                    <a:pt x="1738166" y="816729"/>
                  </a:lnTo>
                  <a:lnTo>
                    <a:pt x="1738166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19820" y="3434454"/>
              <a:ext cx="1738630" cy="817244"/>
            </a:xfrm>
            <a:custGeom>
              <a:avLst/>
              <a:gdLst/>
              <a:ahLst/>
              <a:cxnLst/>
              <a:rect l="l" t="t" r="r" b="b"/>
              <a:pathLst>
                <a:path w="1738629" h="817245">
                  <a:moveTo>
                    <a:pt x="433552" y="457479"/>
                  </a:moveTo>
                  <a:lnTo>
                    <a:pt x="397967" y="432460"/>
                  </a:lnTo>
                  <a:lnTo>
                    <a:pt x="372694" y="396138"/>
                  </a:lnTo>
                  <a:lnTo>
                    <a:pt x="361048" y="354418"/>
                  </a:lnTo>
                  <a:lnTo>
                    <a:pt x="360680" y="345325"/>
                  </a:lnTo>
                  <a:lnTo>
                    <a:pt x="360680" y="323659"/>
                  </a:lnTo>
                  <a:lnTo>
                    <a:pt x="423824" y="323659"/>
                  </a:lnTo>
                  <a:lnTo>
                    <a:pt x="423824" y="320827"/>
                  </a:lnTo>
                  <a:lnTo>
                    <a:pt x="423824" y="314236"/>
                  </a:lnTo>
                  <a:lnTo>
                    <a:pt x="423824" y="302615"/>
                  </a:lnTo>
                  <a:lnTo>
                    <a:pt x="360997" y="302615"/>
                  </a:lnTo>
                  <a:lnTo>
                    <a:pt x="360997" y="258635"/>
                  </a:lnTo>
                  <a:lnTo>
                    <a:pt x="355650" y="258635"/>
                  </a:lnTo>
                  <a:lnTo>
                    <a:pt x="355650" y="345325"/>
                  </a:lnTo>
                  <a:lnTo>
                    <a:pt x="355371" y="354088"/>
                  </a:lnTo>
                  <a:lnTo>
                    <a:pt x="355295" y="356425"/>
                  </a:lnTo>
                  <a:lnTo>
                    <a:pt x="355650" y="345325"/>
                  </a:lnTo>
                  <a:lnTo>
                    <a:pt x="355650" y="258635"/>
                  </a:lnTo>
                  <a:lnTo>
                    <a:pt x="352475" y="258635"/>
                  </a:lnTo>
                  <a:lnTo>
                    <a:pt x="352475" y="378256"/>
                  </a:lnTo>
                  <a:lnTo>
                    <a:pt x="350075" y="388683"/>
                  </a:lnTo>
                  <a:lnTo>
                    <a:pt x="349999" y="389001"/>
                  </a:lnTo>
                  <a:lnTo>
                    <a:pt x="352475" y="378256"/>
                  </a:lnTo>
                  <a:lnTo>
                    <a:pt x="352475" y="258635"/>
                  </a:lnTo>
                  <a:lnTo>
                    <a:pt x="334924" y="258635"/>
                  </a:lnTo>
                  <a:lnTo>
                    <a:pt x="334924" y="302615"/>
                  </a:lnTo>
                  <a:lnTo>
                    <a:pt x="270840" y="302615"/>
                  </a:lnTo>
                  <a:lnTo>
                    <a:pt x="270840" y="323659"/>
                  </a:lnTo>
                  <a:lnTo>
                    <a:pt x="334924" y="323659"/>
                  </a:lnTo>
                  <a:lnTo>
                    <a:pt x="334924" y="345325"/>
                  </a:lnTo>
                  <a:lnTo>
                    <a:pt x="334594" y="354088"/>
                  </a:lnTo>
                  <a:lnTo>
                    <a:pt x="334594" y="354418"/>
                  </a:lnTo>
                  <a:lnTo>
                    <a:pt x="333667" y="362762"/>
                  </a:lnTo>
                  <a:lnTo>
                    <a:pt x="319392" y="406781"/>
                  </a:lnTo>
                  <a:lnTo>
                    <a:pt x="291884" y="442709"/>
                  </a:lnTo>
                  <a:lnTo>
                    <a:pt x="263080" y="462622"/>
                  </a:lnTo>
                  <a:lnTo>
                    <a:pt x="263385" y="462622"/>
                  </a:lnTo>
                  <a:lnTo>
                    <a:pt x="277749" y="482600"/>
                  </a:lnTo>
                  <a:lnTo>
                    <a:pt x="286054" y="478167"/>
                  </a:lnTo>
                  <a:lnTo>
                    <a:pt x="294005" y="473024"/>
                  </a:lnTo>
                  <a:lnTo>
                    <a:pt x="322122" y="445465"/>
                  </a:lnTo>
                  <a:lnTo>
                    <a:pt x="343090" y="409333"/>
                  </a:lnTo>
                  <a:lnTo>
                    <a:pt x="348132" y="395160"/>
                  </a:lnTo>
                  <a:lnTo>
                    <a:pt x="348881" y="397459"/>
                  </a:lnTo>
                  <a:lnTo>
                    <a:pt x="367830" y="433832"/>
                  </a:lnTo>
                  <a:lnTo>
                    <a:pt x="394779" y="462622"/>
                  </a:lnTo>
                  <a:lnTo>
                    <a:pt x="419112" y="477583"/>
                  </a:lnTo>
                  <a:lnTo>
                    <a:pt x="433552" y="457479"/>
                  </a:lnTo>
                  <a:close/>
                </a:path>
                <a:path w="1738629" h="817245">
                  <a:moveTo>
                    <a:pt x="496379" y="253288"/>
                  </a:moveTo>
                  <a:lnTo>
                    <a:pt x="470306" y="253288"/>
                  </a:lnTo>
                  <a:lnTo>
                    <a:pt x="470306" y="367398"/>
                  </a:lnTo>
                  <a:lnTo>
                    <a:pt x="409371" y="367398"/>
                  </a:lnTo>
                  <a:lnTo>
                    <a:pt x="409371" y="388683"/>
                  </a:lnTo>
                  <a:lnTo>
                    <a:pt x="470306" y="388683"/>
                  </a:lnTo>
                  <a:lnTo>
                    <a:pt x="470306" y="537895"/>
                  </a:lnTo>
                  <a:lnTo>
                    <a:pt x="496379" y="537895"/>
                  </a:lnTo>
                  <a:lnTo>
                    <a:pt x="496379" y="388683"/>
                  </a:lnTo>
                  <a:lnTo>
                    <a:pt x="496379" y="367398"/>
                  </a:lnTo>
                  <a:lnTo>
                    <a:pt x="496379" y="253288"/>
                  </a:lnTo>
                  <a:close/>
                </a:path>
                <a:path w="1738629" h="817245">
                  <a:moveTo>
                    <a:pt x="734466" y="458736"/>
                  </a:moveTo>
                  <a:lnTo>
                    <a:pt x="734098" y="455587"/>
                  </a:lnTo>
                  <a:lnTo>
                    <a:pt x="731951" y="437375"/>
                  </a:lnTo>
                  <a:lnTo>
                    <a:pt x="719505" y="439293"/>
                  </a:lnTo>
                  <a:lnTo>
                    <a:pt x="707288" y="440982"/>
                  </a:lnTo>
                  <a:lnTo>
                    <a:pt x="660730" y="445541"/>
                  </a:lnTo>
                  <a:lnTo>
                    <a:pt x="606056" y="447421"/>
                  </a:lnTo>
                  <a:lnTo>
                    <a:pt x="594360" y="447421"/>
                  </a:lnTo>
                  <a:lnTo>
                    <a:pt x="594360" y="381139"/>
                  </a:lnTo>
                  <a:lnTo>
                    <a:pt x="698652" y="381139"/>
                  </a:lnTo>
                  <a:lnTo>
                    <a:pt x="698652" y="279679"/>
                  </a:lnTo>
                  <a:lnTo>
                    <a:pt x="567347" y="279679"/>
                  </a:lnTo>
                  <a:lnTo>
                    <a:pt x="567347" y="301040"/>
                  </a:lnTo>
                  <a:lnTo>
                    <a:pt x="672274" y="301040"/>
                  </a:lnTo>
                  <a:lnTo>
                    <a:pt x="672274" y="360095"/>
                  </a:lnTo>
                  <a:lnTo>
                    <a:pt x="567982" y="360095"/>
                  </a:lnTo>
                  <a:lnTo>
                    <a:pt x="567982" y="469099"/>
                  </a:lnTo>
                  <a:lnTo>
                    <a:pt x="603783" y="469099"/>
                  </a:lnTo>
                  <a:lnTo>
                    <a:pt x="627583" y="468630"/>
                  </a:lnTo>
                  <a:lnTo>
                    <a:pt x="679450" y="465861"/>
                  </a:lnTo>
                  <a:lnTo>
                    <a:pt x="715581" y="461619"/>
                  </a:lnTo>
                  <a:lnTo>
                    <a:pt x="734466" y="458736"/>
                  </a:lnTo>
                  <a:close/>
                </a:path>
                <a:path w="1738629" h="817245">
                  <a:moveTo>
                    <a:pt x="784415" y="253288"/>
                  </a:moveTo>
                  <a:lnTo>
                    <a:pt x="758659" y="253288"/>
                  </a:lnTo>
                  <a:lnTo>
                    <a:pt x="758659" y="537895"/>
                  </a:lnTo>
                  <a:lnTo>
                    <a:pt x="784415" y="537895"/>
                  </a:lnTo>
                  <a:lnTo>
                    <a:pt x="784415" y="253288"/>
                  </a:lnTo>
                  <a:close/>
                </a:path>
                <a:path w="1738629" h="817245">
                  <a:moveTo>
                    <a:pt x="1153883" y="444906"/>
                  </a:moveTo>
                  <a:lnTo>
                    <a:pt x="957554" y="444906"/>
                  </a:lnTo>
                  <a:lnTo>
                    <a:pt x="957554" y="465645"/>
                  </a:lnTo>
                  <a:lnTo>
                    <a:pt x="1127810" y="465645"/>
                  </a:lnTo>
                  <a:lnTo>
                    <a:pt x="1127810" y="537578"/>
                  </a:lnTo>
                  <a:lnTo>
                    <a:pt x="1153883" y="537578"/>
                  </a:lnTo>
                  <a:lnTo>
                    <a:pt x="1153883" y="444906"/>
                  </a:lnTo>
                  <a:close/>
                </a:path>
                <a:path w="1738629" h="817245">
                  <a:moveTo>
                    <a:pt x="1169898" y="346900"/>
                  </a:moveTo>
                  <a:lnTo>
                    <a:pt x="1133005" y="337362"/>
                  </a:lnTo>
                  <a:lnTo>
                    <a:pt x="1095781" y="316014"/>
                  </a:lnTo>
                  <a:lnTo>
                    <a:pt x="1072184" y="285496"/>
                  </a:lnTo>
                  <a:lnTo>
                    <a:pt x="1072095" y="285330"/>
                  </a:lnTo>
                  <a:lnTo>
                    <a:pt x="1070330" y="278142"/>
                  </a:lnTo>
                  <a:lnTo>
                    <a:pt x="1070317" y="257695"/>
                  </a:lnTo>
                  <a:lnTo>
                    <a:pt x="1066241" y="257695"/>
                  </a:lnTo>
                  <a:lnTo>
                    <a:pt x="1053985" y="257695"/>
                  </a:lnTo>
                  <a:lnTo>
                    <a:pt x="1053985" y="299466"/>
                  </a:lnTo>
                  <a:lnTo>
                    <a:pt x="1051382" y="292595"/>
                  </a:lnTo>
                  <a:lnTo>
                    <a:pt x="1053871" y="299161"/>
                  </a:lnTo>
                  <a:lnTo>
                    <a:pt x="1053985" y="299466"/>
                  </a:lnTo>
                  <a:lnTo>
                    <a:pt x="1053985" y="257695"/>
                  </a:lnTo>
                  <a:lnTo>
                    <a:pt x="1048016" y="257695"/>
                  </a:lnTo>
                  <a:lnTo>
                    <a:pt x="1043940" y="257695"/>
                  </a:lnTo>
                  <a:lnTo>
                    <a:pt x="1043927" y="278142"/>
                  </a:lnTo>
                  <a:lnTo>
                    <a:pt x="1042047" y="285330"/>
                  </a:lnTo>
                  <a:lnTo>
                    <a:pt x="1038250" y="292303"/>
                  </a:lnTo>
                  <a:lnTo>
                    <a:pt x="1034719" y="299161"/>
                  </a:lnTo>
                  <a:lnTo>
                    <a:pt x="1001217" y="328053"/>
                  </a:lnTo>
                  <a:lnTo>
                    <a:pt x="959281" y="344081"/>
                  </a:lnTo>
                  <a:lnTo>
                    <a:pt x="944359" y="346900"/>
                  </a:lnTo>
                  <a:lnTo>
                    <a:pt x="954100" y="367639"/>
                  </a:lnTo>
                  <a:lnTo>
                    <a:pt x="996048" y="355561"/>
                  </a:lnTo>
                  <a:lnTo>
                    <a:pt x="1031760" y="334657"/>
                  </a:lnTo>
                  <a:lnTo>
                    <a:pt x="1056855" y="305943"/>
                  </a:lnTo>
                  <a:lnTo>
                    <a:pt x="1056970" y="305777"/>
                  </a:lnTo>
                  <a:lnTo>
                    <a:pt x="1057173" y="305777"/>
                  </a:lnTo>
                  <a:lnTo>
                    <a:pt x="1057262" y="305943"/>
                  </a:lnTo>
                  <a:lnTo>
                    <a:pt x="1061135" y="312191"/>
                  </a:lnTo>
                  <a:lnTo>
                    <a:pt x="1088898" y="339229"/>
                  </a:lnTo>
                  <a:lnTo>
                    <a:pt x="1126236" y="358838"/>
                  </a:lnTo>
                  <a:lnTo>
                    <a:pt x="1159852" y="367639"/>
                  </a:lnTo>
                  <a:lnTo>
                    <a:pt x="1169898" y="346900"/>
                  </a:lnTo>
                  <a:close/>
                </a:path>
                <a:path w="1738629" h="817245">
                  <a:moveTo>
                    <a:pt x="1186230" y="395909"/>
                  </a:moveTo>
                  <a:lnTo>
                    <a:pt x="1070013" y="395909"/>
                  </a:lnTo>
                  <a:lnTo>
                    <a:pt x="1070013" y="352552"/>
                  </a:lnTo>
                  <a:lnTo>
                    <a:pt x="1044244" y="352552"/>
                  </a:lnTo>
                  <a:lnTo>
                    <a:pt x="1044244" y="395909"/>
                  </a:lnTo>
                  <a:lnTo>
                    <a:pt x="928966" y="395909"/>
                  </a:lnTo>
                  <a:lnTo>
                    <a:pt x="928966" y="417271"/>
                  </a:lnTo>
                  <a:lnTo>
                    <a:pt x="1186230" y="417271"/>
                  </a:lnTo>
                  <a:lnTo>
                    <a:pt x="1186230" y="405638"/>
                  </a:lnTo>
                  <a:lnTo>
                    <a:pt x="1186230" y="395909"/>
                  </a:lnTo>
                  <a:close/>
                </a:path>
                <a:path w="1738629" h="817245">
                  <a:moveTo>
                    <a:pt x="1475524" y="480098"/>
                  </a:moveTo>
                  <a:lnTo>
                    <a:pt x="1358976" y="480098"/>
                  </a:lnTo>
                  <a:lnTo>
                    <a:pt x="1358976" y="407212"/>
                  </a:lnTo>
                  <a:lnTo>
                    <a:pt x="1445679" y="407212"/>
                  </a:lnTo>
                  <a:lnTo>
                    <a:pt x="1445679" y="395274"/>
                  </a:lnTo>
                  <a:lnTo>
                    <a:pt x="1445679" y="386168"/>
                  </a:lnTo>
                  <a:lnTo>
                    <a:pt x="1276680" y="386168"/>
                  </a:lnTo>
                  <a:lnTo>
                    <a:pt x="1276680" y="297586"/>
                  </a:lnTo>
                  <a:lnTo>
                    <a:pt x="1442847" y="297586"/>
                  </a:lnTo>
                  <a:lnTo>
                    <a:pt x="1442847" y="275907"/>
                  </a:lnTo>
                  <a:lnTo>
                    <a:pt x="1250607" y="275907"/>
                  </a:lnTo>
                  <a:lnTo>
                    <a:pt x="1250607" y="407212"/>
                  </a:lnTo>
                  <a:lnTo>
                    <a:pt x="1333220" y="407212"/>
                  </a:lnTo>
                  <a:lnTo>
                    <a:pt x="1333220" y="480098"/>
                  </a:lnTo>
                  <a:lnTo>
                    <a:pt x="1217942" y="480098"/>
                  </a:lnTo>
                  <a:lnTo>
                    <a:pt x="1217942" y="501764"/>
                  </a:lnTo>
                  <a:lnTo>
                    <a:pt x="1475524" y="501764"/>
                  </a:lnTo>
                  <a:lnTo>
                    <a:pt x="1475524" y="488569"/>
                  </a:lnTo>
                  <a:lnTo>
                    <a:pt x="1475524" y="480098"/>
                  </a:lnTo>
                  <a:close/>
                </a:path>
                <a:path w="1738629" h="817245">
                  <a:moveTo>
                    <a:pt x="1738172" y="0"/>
                  </a:moveTo>
                  <a:lnTo>
                    <a:pt x="1727695" y="0"/>
                  </a:lnTo>
                  <a:lnTo>
                    <a:pt x="1727695" y="806259"/>
                  </a:lnTo>
                  <a:lnTo>
                    <a:pt x="10477" y="806259"/>
                  </a:lnTo>
                  <a:lnTo>
                    <a:pt x="10477" y="0"/>
                  </a:lnTo>
                  <a:lnTo>
                    <a:pt x="0" y="0"/>
                  </a:lnTo>
                  <a:lnTo>
                    <a:pt x="0" y="816737"/>
                  </a:lnTo>
                  <a:lnTo>
                    <a:pt x="10477" y="816737"/>
                  </a:lnTo>
                  <a:lnTo>
                    <a:pt x="1727695" y="816737"/>
                  </a:lnTo>
                  <a:lnTo>
                    <a:pt x="1738172" y="816737"/>
                  </a:lnTo>
                  <a:lnTo>
                    <a:pt x="17381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57994" y="3434450"/>
              <a:ext cx="6617970" cy="817244"/>
            </a:xfrm>
            <a:custGeom>
              <a:avLst/>
              <a:gdLst/>
              <a:ahLst/>
              <a:cxnLst/>
              <a:rect l="l" t="t" r="r" b="b"/>
              <a:pathLst>
                <a:path w="6617970" h="817245">
                  <a:moveTo>
                    <a:pt x="6617599" y="0"/>
                  </a:moveTo>
                  <a:lnTo>
                    <a:pt x="0" y="0"/>
                  </a:lnTo>
                  <a:lnTo>
                    <a:pt x="0" y="816729"/>
                  </a:lnTo>
                  <a:lnTo>
                    <a:pt x="6617599" y="816729"/>
                  </a:lnTo>
                  <a:lnTo>
                    <a:pt x="6617599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57993" y="3434454"/>
              <a:ext cx="6617970" cy="817244"/>
            </a:xfrm>
            <a:custGeom>
              <a:avLst/>
              <a:gdLst/>
              <a:ahLst/>
              <a:cxnLst/>
              <a:rect l="l" t="t" r="r" b="b"/>
              <a:pathLst>
                <a:path w="6617970" h="817245">
                  <a:moveTo>
                    <a:pt x="6617589" y="0"/>
                  </a:moveTo>
                  <a:lnTo>
                    <a:pt x="6607124" y="0"/>
                  </a:lnTo>
                  <a:lnTo>
                    <a:pt x="6607124" y="806259"/>
                  </a:lnTo>
                  <a:lnTo>
                    <a:pt x="0" y="806259"/>
                  </a:lnTo>
                  <a:lnTo>
                    <a:pt x="0" y="816737"/>
                  </a:lnTo>
                  <a:lnTo>
                    <a:pt x="6607124" y="816737"/>
                  </a:lnTo>
                  <a:lnTo>
                    <a:pt x="6617589" y="816737"/>
                  </a:lnTo>
                  <a:lnTo>
                    <a:pt x="6617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95719" y="3685876"/>
              <a:ext cx="546100" cy="288290"/>
            </a:xfrm>
            <a:custGeom>
              <a:avLst/>
              <a:gdLst/>
              <a:ahLst/>
              <a:cxnLst/>
              <a:rect l="l" t="t" r="r" b="b"/>
              <a:pathLst>
                <a:path w="546100" h="288289">
                  <a:moveTo>
                    <a:pt x="81356" y="27000"/>
                  </a:moveTo>
                  <a:lnTo>
                    <a:pt x="54660" y="27000"/>
                  </a:lnTo>
                  <a:lnTo>
                    <a:pt x="54660" y="96520"/>
                  </a:lnTo>
                  <a:lnTo>
                    <a:pt x="27647" y="96520"/>
                  </a:lnTo>
                  <a:lnTo>
                    <a:pt x="27647" y="26670"/>
                  </a:lnTo>
                  <a:lnTo>
                    <a:pt x="0" y="26670"/>
                  </a:lnTo>
                  <a:lnTo>
                    <a:pt x="0" y="96520"/>
                  </a:lnTo>
                  <a:lnTo>
                    <a:pt x="0" y="123190"/>
                  </a:lnTo>
                  <a:lnTo>
                    <a:pt x="0" y="193040"/>
                  </a:lnTo>
                  <a:lnTo>
                    <a:pt x="0" y="219710"/>
                  </a:lnTo>
                  <a:lnTo>
                    <a:pt x="81356" y="219710"/>
                  </a:lnTo>
                  <a:lnTo>
                    <a:pt x="81356" y="193040"/>
                  </a:lnTo>
                  <a:lnTo>
                    <a:pt x="27647" y="193040"/>
                  </a:lnTo>
                  <a:lnTo>
                    <a:pt x="27647" y="123190"/>
                  </a:lnTo>
                  <a:lnTo>
                    <a:pt x="54660" y="123190"/>
                  </a:lnTo>
                  <a:lnTo>
                    <a:pt x="54660" y="192862"/>
                  </a:lnTo>
                  <a:lnTo>
                    <a:pt x="81356" y="192862"/>
                  </a:lnTo>
                  <a:lnTo>
                    <a:pt x="81356" y="123190"/>
                  </a:lnTo>
                  <a:lnTo>
                    <a:pt x="81356" y="97053"/>
                  </a:lnTo>
                  <a:lnTo>
                    <a:pt x="81356" y="96520"/>
                  </a:lnTo>
                  <a:lnTo>
                    <a:pt x="81356" y="27000"/>
                  </a:lnTo>
                  <a:close/>
                </a:path>
                <a:path w="546100" h="288289">
                  <a:moveTo>
                    <a:pt x="175907" y="27000"/>
                  </a:moveTo>
                  <a:lnTo>
                    <a:pt x="148590" y="27000"/>
                  </a:lnTo>
                  <a:lnTo>
                    <a:pt x="148590" y="96520"/>
                  </a:lnTo>
                  <a:lnTo>
                    <a:pt x="122199" y="96520"/>
                  </a:lnTo>
                  <a:lnTo>
                    <a:pt x="122199" y="26670"/>
                  </a:lnTo>
                  <a:lnTo>
                    <a:pt x="94869" y="26670"/>
                  </a:lnTo>
                  <a:lnTo>
                    <a:pt x="94869" y="96520"/>
                  </a:lnTo>
                  <a:lnTo>
                    <a:pt x="94869" y="123190"/>
                  </a:lnTo>
                  <a:lnTo>
                    <a:pt x="94869" y="193040"/>
                  </a:lnTo>
                  <a:lnTo>
                    <a:pt x="94869" y="219710"/>
                  </a:lnTo>
                  <a:lnTo>
                    <a:pt x="175907" y="219710"/>
                  </a:lnTo>
                  <a:lnTo>
                    <a:pt x="175907" y="193040"/>
                  </a:lnTo>
                  <a:lnTo>
                    <a:pt x="122199" y="193040"/>
                  </a:lnTo>
                  <a:lnTo>
                    <a:pt x="122199" y="123190"/>
                  </a:lnTo>
                  <a:lnTo>
                    <a:pt x="148590" y="123190"/>
                  </a:lnTo>
                  <a:lnTo>
                    <a:pt x="148590" y="192862"/>
                  </a:lnTo>
                  <a:lnTo>
                    <a:pt x="175907" y="192862"/>
                  </a:lnTo>
                  <a:lnTo>
                    <a:pt x="175907" y="123190"/>
                  </a:lnTo>
                  <a:lnTo>
                    <a:pt x="175907" y="97053"/>
                  </a:lnTo>
                  <a:lnTo>
                    <a:pt x="175907" y="96520"/>
                  </a:lnTo>
                  <a:lnTo>
                    <a:pt x="175907" y="27000"/>
                  </a:lnTo>
                  <a:close/>
                </a:path>
                <a:path w="546100" h="288289">
                  <a:moveTo>
                    <a:pt x="262293" y="109931"/>
                  </a:moveTo>
                  <a:lnTo>
                    <a:pt x="228688" y="109931"/>
                  </a:lnTo>
                  <a:lnTo>
                    <a:pt x="228688" y="0"/>
                  </a:lnTo>
                  <a:lnTo>
                    <a:pt x="196011" y="0"/>
                  </a:lnTo>
                  <a:lnTo>
                    <a:pt x="196011" y="110490"/>
                  </a:lnTo>
                  <a:lnTo>
                    <a:pt x="196011" y="137160"/>
                  </a:lnTo>
                  <a:lnTo>
                    <a:pt x="196011" y="288290"/>
                  </a:lnTo>
                  <a:lnTo>
                    <a:pt x="228688" y="288290"/>
                  </a:lnTo>
                  <a:lnTo>
                    <a:pt x="228688" y="137261"/>
                  </a:lnTo>
                  <a:lnTo>
                    <a:pt x="262293" y="137261"/>
                  </a:lnTo>
                  <a:lnTo>
                    <a:pt x="262293" y="109931"/>
                  </a:lnTo>
                  <a:close/>
                </a:path>
                <a:path w="546100" h="288289">
                  <a:moveTo>
                    <a:pt x="513575" y="195580"/>
                  </a:moveTo>
                  <a:lnTo>
                    <a:pt x="319443" y="195580"/>
                  </a:lnTo>
                  <a:lnTo>
                    <a:pt x="319443" y="220980"/>
                  </a:lnTo>
                  <a:lnTo>
                    <a:pt x="319443" y="257810"/>
                  </a:lnTo>
                  <a:lnTo>
                    <a:pt x="319443" y="284480"/>
                  </a:lnTo>
                  <a:lnTo>
                    <a:pt x="513575" y="284480"/>
                  </a:lnTo>
                  <a:lnTo>
                    <a:pt x="513575" y="257886"/>
                  </a:lnTo>
                  <a:lnTo>
                    <a:pt x="513575" y="221449"/>
                  </a:lnTo>
                  <a:lnTo>
                    <a:pt x="481215" y="221449"/>
                  </a:lnTo>
                  <a:lnTo>
                    <a:pt x="481215" y="257810"/>
                  </a:lnTo>
                  <a:lnTo>
                    <a:pt x="351802" y="257810"/>
                  </a:lnTo>
                  <a:lnTo>
                    <a:pt x="351802" y="220980"/>
                  </a:lnTo>
                  <a:lnTo>
                    <a:pt x="513575" y="220980"/>
                  </a:lnTo>
                  <a:lnTo>
                    <a:pt x="513575" y="195580"/>
                  </a:lnTo>
                  <a:close/>
                </a:path>
                <a:path w="546100" h="288289">
                  <a:moveTo>
                    <a:pt x="518604" y="101447"/>
                  </a:moveTo>
                  <a:lnTo>
                    <a:pt x="350862" y="101447"/>
                  </a:lnTo>
                  <a:lnTo>
                    <a:pt x="350862" y="78740"/>
                  </a:lnTo>
                  <a:lnTo>
                    <a:pt x="512953" y="78740"/>
                  </a:lnTo>
                  <a:lnTo>
                    <a:pt x="512953" y="54610"/>
                  </a:lnTo>
                  <a:lnTo>
                    <a:pt x="512953" y="31750"/>
                  </a:lnTo>
                  <a:lnTo>
                    <a:pt x="512953" y="6350"/>
                  </a:lnTo>
                  <a:lnTo>
                    <a:pt x="317868" y="6350"/>
                  </a:lnTo>
                  <a:lnTo>
                    <a:pt x="317868" y="31750"/>
                  </a:lnTo>
                  <a:lnTo>
                    <a:pt x="480275" y="31750"/>
                  </a:lnTo>
                  <a:lnTo>
                    <a:pt x="480275" y="54610"/>
                  </a:lnTo>
                  <a:lnTo>
                    <a:pt x="318503" y="54610"/>
                  </a:lnTo>
                  <a:lnTo>
                    <a:pt x="318503" y="78740"/>
                  </a:lnTo>
                  <a:lnTo>
                    <a:pt x="318503" y="114300"/>
                  </a:lnTo>
                  <a:lnTo>
                    <a:pt x="318503" y="127000"/>
                  </a:lnTo>
                  <a:lnTo>
                    <a:pt x="518604" y="127000"/>
                  </a:lnTo>
                  <a:lnTo>
                    <a:pt x="518604" y="114300"/>
                  </a:lnTo>
                  <a:lnTo>
                    <a:pt x="350862" y="114300"/>
                  </a:lnTo>
                  <a:lnTo>
                    <a:pt x="350862" y="113703"/>
                  </a:lnTo>
                  <a:lnTo>
                    <a:pt x="518604" y="113703"/>
                  </a:lnTo>
                  <a:lnTo>
                    <a:pt x="518604" y="101447"/>
                  </a:lnTo>
                  <a:close/>
                </a:path>
                <a:path w="546100" h="288289">
                  <a:moveTo>
                    <a:pt x="545617" y="147002"/>
                  </a:moveTo>
                  <a:lnTo>
                    <a:pt x="285521" y="147002"/>
                  </a:lnTo>
                  <a:lnTo>
                    <a:pt x="285521" y="173380"/>
                  </a:lnTo>
                  <a:lnTo>
                    <a:pt x="545617" y="173380"/>
                  </a:lnTo>
                  <a:lnTo>
                    <a:pt x="545617" y="147002"/>
                  </a:lnTo>
                  <a:close/>
                </a:path>
              </a:pathLst>
            </a:custGeom>
            <a:solidFill>
              <a:srgbClr val="F778BA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575594" y="3434450"/>
              <a:ext cx="7340600" cy="817244"/>
            </a:xfrm>
            <a:custGeom>
              <a:avLst/>
              <a:gdLst/>
              <a:ahLst/>
              <a:cxnLst/>
              <a:rect l="l" t="t" r="r" b="b"/>
              <a:pathLst>
                <a:path w="7340600" h="817245">
                  <a:moveTo>
                    <a:pt x="7340090" y="0"/>
                  </a:moveTo>
                  <a:lnTo>
                    <a:pt x="0" y="0"/>
                  </a:lnTo>
                  <a:lnTo>
                    <a:pt x="0" y="816729"/>
                  </a:lnTo>
                  <a:lnTo>
                    <a:pt x="7340090" y="816729"/>
                  </a:lnTo>
                  <a:lnTo>
                    <a:pt x="7340090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575582" y="3434454"/>
              <a:ext cx="7340600" cy="817244"/>
            </a:xfrm>
            <a:custGeom>
              <a:avLst/>
              <a:gdLst/>
              <a:ahLst/>
              <a:cxnLst/>
              <a:rect l="l" t="t" r="r" b="b"/>
              <a:pathLst>
                <a:path w="7340600" h="817245">
                  <a:moveTo>
                    <a:pt x="7340092" y="0"/>
                  </a:moveTo>
                  <a:lnTo>
                    <a:pt x="7329627" y="0"/>
                  </a:lnTo>
                  <a:lnTo>
                    <a:pt x="7329627" y="806259"/>
                  </a:lnTo>
                  <a:lnTo>
                    <a:pt x="0" y="806259"/>
                  </a:lnTo>
                  <a:lnTo>
                    <a:pt x="0" y="816737"/>
                  </a:lnTo>
                  <a:lnTo>
                    <a:pt x="7329627" y="816737"/>
                  </a:lnTo>
                  <a:lnTo>
                    <a:pt x="7340092" y="816737"/>
                  </a:lnTo>
                  <a:lnTo>
                    <a:pt x="7340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92272" y="3687741"/>
              <a:ext cx="2088947" cy="3061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219827" y="4251179"/>
              <a:ext cx="1738630" cy="817244"/>
            </a:xfrm>
            <a:custGeom>
              <a:avLst/>
              <a:gdLst/>
              <a:ahLst/>
              <a:cxnLst/>
              <a:rect l="l" t="t" r="r" b="b"/>
              <a:pathLst>
                <a:path w="1738630" h="817245">
                  <a:moveTo>
                    <a:pt x="1738166" y="0"/>
                  </a:moveTo>
                  <a:lnTo>
                    <a:pt x="0" y="0"/>
                  </a:lnTo>
                  <a:lnTo>
                    <a:pt x="0" y="816729"/>
                  </a:lnTo>
                  <a:lnTo>
                    <a:pt x="1738166" y="816729"/>
                  </a:lnTo>
                  <a:lnTo>
                    <a:pt x="1738166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19820" y="4251191"/>
              <a:ext cx="1738630" cy="817244"/>
            </a:xfrm>
            <a:custGeom>
              <a:avLst/>
              <a:gdLst/>
              <a:ahLst/>
              <a:cxnLst/>
              <a:rect l="l" t="t" r="r" b="b"/>
              <a:pathLst>
                <a:path w="1738629" h="817245">
                  <a:moveTo>
                    <a:pt x="431355" y="280924"/>
                  </a:moveTo>
                  <a:lnTo>
                    <a:pt x="362877" y="280924"/>
                  </a:lnTo>
                  <a:lnTo>
                    <a:pt x="362877" y="252336"/>
                  </a:lnTo>
                  <a:lnTo>
                    <a:pt x="337121" y="252336"/>
                  </a:lnTo>
                  <a:lnTo>
                    <a:pt x="337121" y="280924"/>
                  </a:lnTo>
                  <a:lnTo>
                    <a:pt x="268325" y="280924"/>
                  </a:lnTo>
                  <a:lnTo>
                    <a:pt x="268325" y="300723"/>
                  </a:lnTo>
                  <a:lnTo>
                    <a:pt x="431355" y="300723"/>
                  </a:lnTo>
                  <a:lnTo>
                    <a:pt x="431355" y="290042"/>
                  </a:lnTo>
                  <a:lnTo>
                    <a:pt x="431355" y="280924"/>
                  </a:lnTo>
                  <a:close/>
                </a:path>
                <a:path w="1738629" h="817245">
                  <a:moveTo>
                    <a:pt x="441718" y="430453"/>
                  </a:moveTo>
                  <a:lnTo>
                    <a:pt x="439839" y="411924"/>
                  </a:lnTo>
                  <a:lnTo>
                    <a:pt x="425081" y="413981"/>
                  </a:lnTo>
                  <a:lnTo>
                    <a:pt x="409994" y="415772"/>
                  </a:lnTo>
                  <a:lnTo>
                    <a:pt x="394601" y="417283"/>
                  </a:lnTo>
                  <a:lnTo>
                    <a:pt x="378904" y="418515"/>
                  </a:lnTo>
                  <a:lnTo>
                    <a:pt x="362877" y="419531"/>
                  </a:lnTo>
                  <a:lnTo>
                    <a:pt x="362877" y="399986"/>
                  </a:lnTo>
                  <a:lnTo>
                    <a:pt x="362877" y="399338"/>
                  </a:lnTo>
                  <a:lnTo>
                    <a:pt x="363512" y="399338"/>
                  </a:lnTo>
                  <a:lnTo>
                    <a:pt x="376783" y="397078"/>
                  </a:lnTo>
                  <a:lnTo>
                    <a:pt x="388023" y="393446"/>
                  </a:lnTo>
                  <a:lnTo>
                    <a:pt x="390537" y="392125"/>
                  </a:lnTo>
                  <a:lnTo>
                    <a:pt x="397751" y="388353"/>
                  </a:lnTo>
                  <a:lnTo>
                    <a:pt x="405714" y="382003"/>
                  </a:lnTo>
                  <a:lnTo>
                    <a:pt x="406133" y="381444"/>
                  </a:lnTo>
                  <a:lnTo>
                    <a:pt x="411416" y="374535"/>
                  </a:lnTo>
                  <a:lnTo>
                    <a:pt x="414832" y="365975"/>
                  </a:lnTo>
                  <a:lnTo>
                    <a:pt x="415963" y="356323"/>
                  </a:lnTo>
                  <a:lnTo>
                    <a:pt x="414832" y="346659"/>
                  </a:lnTo>
                  <a:lnTo>
                    <a:pt x="391147" y="320827"/>
                  </a:lnTo>
                  <a:lnTo>
                    <a:pt x="391147" y="348361"/>
                  </a:lnTo>
                  <a:lnTo>
                    <a:pt x="391147" y="364070"/>
                  </a:lnTo>
                  <a:lnTo>
                    <a:pt x="349681" y="381444"/>
                  </a:lnTo>
                  <a:lnTo>
                    <a:pt x="340728" y="381038"/>
                  </a:lnTo>
                  <a:lnTo>
                    <a:pt x="308216" y="364070"/>
                  </a:lnTo>
                  <a:lnTo>
                    <a:pt x="308216" y="348361"/>
                  </a:lnTo>
                  <a:lnTo>
                    <a:pt x="349681" y="330873"/>
                  </a:lnTo>
                  <a:lnTo>
                    <a:pt x="358635" y="331304"/>
                  </a:lnTo>
                  <a:lnTo>
                    <a:pt x="391147" y="348361"/>
                  </a:lnTo>
                  <a:lnTo>
                    <a:pt x="391147" y="320827"/>
                  </a:lnTo>
                  <a:lnTo>
                    <a:pt x="388023" y="319189"/>
                  </a:lnTo>
                  <a:lnTo>
                    <a:pt x="376783" y="315556"/>
                  </a:lnTo>
                  <a:lnTo>
                    <a:pt x="363994" y="313385"/>
                  </a:lnTo>
                  <a:lnTo>
                    <a:pt x="349681" y="312648"/>
                  </a:lnTo>
                  <a:lnTo>
                    <a:pt x="335495" y="313385"/>
                  </a:lnTo>
                  <a:lnTo>
                    <a:pt x="293649" y="330644"/>
                  </a:lnTo>
                  <a:lnTo>
                    <a:pt x="283400" y="356323"/>
                  </a:lnTo>
                  <a:lnTo>
                    <a:pt x="284543" y="365975"/>
                  </a:lnTo>
                  <a:lnTo>
                    <a:pt x="311454" y="393446"/>
                  </a:lnTo>
                  <a:lnTo>
                    <a:pt x="335978" y="399338"/>
                  </a:lnTo>
                  <a:lnTo>
                    <a:pt x="337121" y="399338"/>
                  </a:lnTo>
                  <a:lnTo>
                    <a:pt x="337121" y="420725"/>
                  </a:lnTo>
                  <a:lnTo>
                    <a:pt x="332016" y="420928"/>
                  </a:lnTo>
                  <a:lnTo>
                    <a:pt x="316699" y="421347"/>
                  </a:lnTo>
                  <a:lnTo>
                    <a:pt x="276174" y="421970"/>
                  </a:lnTo>
                  <a:lnTo>
                    <a:pt x="261099" y="421970"/>
                  </a:lnTo>
                  <a:lnTo>
                    <a:pt x="263944" y="441058"/>
                  </a:lnTo>
                  <a:lnTo>
                    <a:pt x="264058" y="441820"/>
                  </a:lnTo>
                  <a:lnTo>
                    <a:pt x="264147" y="442391"/>
                  </a:lnTo>
                  <a:lnTo>
                    <a:pt x="264248" y="443014"/>
                  </a:lnTo>
                  <a:lnTo>
                    <a:pt x="279133" y="443014"/>
                  </a:lnTo>
                  <a:lnTo>
                    <a:pt x="318592" y="442391"/>
                  </a:lnTo>
                  <a:lnTo>
                    <a:pt x="364413" y="440093"/>
                  </a:lnTo>
                  <a:lnTo>
                    <a:pt x="411416" y="435394"/>
                  </a:lnTo>
                  <a:lnTo>
                    <a:pt x="438162" y="431076"/>
                  </a:lnTo>
                  <a:lnTo>
                    <a:pt x="441718" y="430453"/>
                  </a:lnTo>
                  <a:close/>
                </a:path>
                <a:path w="1738629" h="817245">
                  <a:moveTo>
                    <a:pt x="492925" y="509930"/>
                  </a:moveTo>
                  <a:lnTo>
                    <a:pt x="329272" y="509930"/>
                  </a:lnTo>
                  <a:lnTo>
                    <a:pt x="329272" y="460921"/>
                  </a:lnTo>
                  <a:lnTo>
                    <a:pt x="303199" y="460921"/>
                  </a:lnTo>
                  <a:lnTo>
                    <a:pt x="303199" y="531291"/>
                  </a:lnTo>
                  <a:lnTo>
                    <a:pt x="492925" y="531291"/>
                  </a:lnTo>
                  <a:lnTo>
                    <a:pt x="492925" y="516204"/>
                  </a:lnTo>
                  <a:lnTo>
                    <a:pt x="492925" y="509930"/>
                  </a:lnTo>
                  <a:close/>
                </a:path>
                <a:path w="1738629" h="817245">
                  <a:moveTo>
                    <a:pt x="524344" y="352552"/>
                  </a:moveTo>
                  <a:lnTo>
                    <a:pt x="482879" y="352552"/>
                  </a:lnTo>
                  <a:lnTo>
                    <a:pt x="482879" y="253288"/>
                  </a:lnTo>
                  <a:lnTo>
                    <a:pt x="456806" y="253288"/>
                  </a:lnTo>
                  <a:lnTo>
                    <a:pt x="456806" y="475691"/>
                  </a:lnTo>
                  <a:lnTo>
                    <a:pt x="482879" y="475691"/>
                  </a:lnTo>
                  <a:lnTo>
                    <a:pt x="482879" y="374218"/>
                  </a:lnTo>
                  <a:lnTo>
                    <a:pt x="524344" y="374218"/>
                  </a:lnTo>
                  <a:lnTo>
                    <a:pt x="524344" y="352552"/>
                  </a:lnTo>
                  <a:close/>
                </a:path>
                <a:path w="1738629" h="817245">
                  <a:moveTo>
                    <a:pt x="785355" y="253593"/>
                  </a:moveTo>
                  <a:lnTo>
                    <a:pt x="759282" y="253593"/>
                  </a:lnTo>
                  <a:lnTo>
                    <a:pt x="759282" y="305739"/>
                  </a:lnTo>
                  <a:lnTo>
                    <a:pt x="694651" y="305739"/>
                  </a:lnTo>
                  <a:lnTo>
                    <a:pt x="696391" y="296011"/>
                  </a:lnTo>
                  <a:lnTo>
                    <a:pt x="697026" y="292417"/>
                  </a:lnTo>
                  <a:lnTo>
                    <a:pt x="698030" y="274650"/>
                  </a:lnTo>
                  <a:lnTo>
                    <a:pt x="687971" y="274650"/>
                  </a:lnTo>
                  <a:lnTo>
                    <a:pt x="670382" y="274650"/>
                  </a:lnTo>
                  <a:lnTo>
                    <a:pt x="569861" y="274650"/>
                  </a:lnTo>
                  <a:lnTo>
                    <a:pt x="569861" y="296011"/>
                  </a:lnTo>
                  <a:lnTo>
                    <a:pt x="669721" y="296011"/>
                  </a:lnTo>
                  <a:lnTo>
                    <a:pt x="669518" y="299186"/>
                  </a:lnTo>
                  <a:lnTo>
                    <a:pt x="656564" y="335584"/>
                  </a:lnTo>
                  <a:lnTo>
                    <a:pt x="629412" y="366217"/>
                  </a:lnTo>
                  <a:lnTo>
                    <a:pt x="588949" y="390563"/>
                  </a:lnTo>
                  <a:lnTo>
                    <a:pt x="555409" y="402805"/>
                  </a:lnTo>
                  <a:lnTo>
                    <a:pt x="566089" y="423545"/>
                  </a:lnTo>
                  <a:lnTo>
                    <a:pt x="604100" y="409168"/>
                  </a:lnTo>
                  <a:lnTo>
                    <a:pt x="650494" y="379526"/>
                  </a:lnTo>
                  <a:lnTo>
                    <a:pt x="682002" y="340296"/>
                  </a:lnTo>
                  <a:lnTo>
                    <a:pt x="688289" y="326796"/>
                  </a:lnTo>
                  <a:lnTo>
                    <a:pt x="759282" y="326796"/>
                  </a:lnTo>
                  <a:lnTo>
                    <a:pt x="759282" y="364794"/>
                  </a:lnTo>
                  <a:lnTo>
                    <a:pt x="685152" y="364794"/>
                  </a:lnTo>
                  <a:lnTo>
                    <a:pt x="685152" y="386156"/>
                  </a:lnTo>
                  <a:lnTo>
                    <a:pt x="759282" y="386156"/>
                  </a:lnTo>
                  <a:lnTo>
                    <a:pt x="759282" y="423545"/>
                  </a:lnTo>
                  <a:lnTo>
                    <a:pt x="785355" y="423545"/>
                  </a:lnTo>
                  <a:lnTo>
                    <a:pt x="785355" y="386156"/>
                  </a:lnTo>
                  <a:lnTo>
                    <a:pt x="785355" y="364794"/>
                  </a:lnTo>
                  <a:lnTo>
                    <a:pt x="785355" y="326796"/>
                  </a:lnTo>
                  <a:lnTo>
                    <a:pt x="785355" y="305739"/>
                  </a:lnTo>
                  <a:lnTo>
                    <a:pt x="785355" y="253593"/>
                  </a:lnTo>
                  <a:close/>
                </a:path>
                <a:path w="1738629" h="817245">
                  <a:moveTo>
                    <a:pt x="786930" y="481342"/>
                  </a:moveTo>
                  <a:lnTo>
                    <a:pt x="770077" y="447421"/>
                  </a:lnTo>
                  <a:lnTo>
                    <a:pt x="768908" y="446354"/>
                  </a:lnTo>
                  <a:lnTo>
                    <a:pt x="761326" y="441286"/>
                  </a:lnTo>
                  <a:lnTo>
                    <a:pt x="761161" y="441210"/>
                  </a:lnTo>
                  <a:lnTo>
                    <a:pt x="761161" y="474218"/>
                  </a:lnTo>
                  <a:lnTo>
                    <a:pt x="761161" y="488454"/>
                  </a:lnTo>
                  <a:lnTo>
                    <a:pt x="729132" y="511187"/>
                  </a:lnTo>
                  <a:lnTo>
                    <a:pt x="693000" y="515264"/>
                  </a:lnTo>
                  <a:lnTo>
                    <a:pt x="682967" y="515010"/>
                  </a:lnTo>
                  <a:lnTo>
                    <a:pt x="643216" y="506234"/>
                  </a:lnTo>
                  <a:lnTo>
                    <a:pt x="624522" y="488454"/>
                  </a:lnTo>
                  <a:lnTo>
                    <a:pt x="624522" y="474218"/>
                  </a:lnTo>
                  <a:lnTo>
                    <a:pt x="656882" y="451497"/>
                  </a:lnTo>
                  <a:lnTo>
                    <a:pt x="693000" y="447421"/>
                  </a:lnTo>
                  <a:lnTo>
                    <a:pt x="703148" y="447675"/>
                  </a:lnTo>
                  <a:lnTo>
                    <a:pt x="742556" y="456450"/>
                  </a:lnTo>
                  <a:lnTo>
                    <a:pt x="761161" y="474218"/>
                  </a:lnTo>
                  <a:lnTo>
                    <a:pt x="761161" y="441210"/>
                  </a:lnTo>
                  <a:lnTo>
                    <a:pt x="719861" y="428332"/>
                  </a:lnTo>
                  <a:lnTo>
                    <a:pt x="693000" y="426681"/>
                  </a:lnTo>
                  <a:lnTo>
                    <a:pt x="679157" y="427101"/>
                  </a:lnTo>
                  <a:lnTo>
                    <a:pt x="633120" y="436930"/>
                  </a:lnTo>
                  <a:lnTo>
                    <a:pt x="601675" y="465556"/>
                  </a:lnTo>
                  <a:lnTo>
                    <a:pt x="598766" y="481342"/>
                  </a:lnTo>
                  <a:lnTo>
                    <a:pt x="599389" y="488454"/>
                  </a:lnTo>
                  <a:lnTo>
                    <a:pt x="599490" y="489661"/>
                  </a:lnTo>
                  <a:lnTo>
                    <a:pt x="624370" y="521474"/>
                  </a:lnTo>
                  <a:lnTo>
                    <a:pt x="666216" y="534581"/>
                  </a:lnTo>
                  <a:lnTo>
                    <a:pt x="693000" y="536308"/>
                  </a:lnTo>
                  <a:lnTo>
                    <a:pt x="706945" y="535876"/>
                  </a:lnTo>
                  <a:lnTo>
                    <a:pt x="752563" y="525767"/>
                  </a:lnTo>
                  <a:lnTo>
                    <a:pt x="770305" y="515264"/>
                  </a:lnTo>
                  <a:lnTo>
                    <a:pt x="775296" y="510870"/>
                  </a:lnTo>
                  <a:lnTo>
                    <a:pt x="780389" y="504431"/>
                  </a:lnTo>
                  <a:lnTo>
                    <a:pt x="784021" y="497357"/>
                  </a:lnTo>
                  <a:lnTo>
                    <a:pt x="786193" y="489661"/>
                  </a:lnTo>
                  <a:lnTo>
                    <a:pt x="786930" y="481342"/>
                  </a:lnTo>
                  <a:close/>
                </a:path>
                <a:path w="1738629" h="817245">
                  <a:moveTo>
                    <a:pt x="1071575" y="449922"/>
                  </a:moveTo>
                  <a:lnTo>
                    <a:pt x="1041565" y="422071"/>
                  </a:lnTo>
                  <a:lnTo>
                    <a:pt x="1021803" y="384314"/>
                  </a:lnTo>
                  <a:lnTo>
                    <a:pt x="1013383" y="341884"/>
                  </a:lnTo>
                  <a:lnTo>
                    <a:pt x="1013155" y="279984"/>
                  </a:lnTo>
                  <a:lnTo>
                    <a:pt x="1008443" y="279984"/>
                  </a:lnTo>
                  <a:lnTo>
                    <a:pt x="1008443" y="334327"/>
                  </a:lnTo>
                  <a:lnTo>
                    <a:pt x="1008240" y="341884"/>
                  </a:lnTo>
                  <a:lnTo>
                    <a:pt x="1008138" y="345287"/>
                  </a:lnTo>
                  <a:lnTo>
                    <a:pt x="1008443" y="334327"/>
                  </a:lnTo>
                  <a:lnTo>
                    <a:pt x="1008443" y="279984"/>
                  </a:lnTo>
                  <a:lnTo>
                    <a:pt x="1003731" y="279984"/>
                  </a:lnTo>
                  <a:lnTo>
                    <a:pt x="1003731" y="377685"/>
                  </a:lnTo>
                  <a:lnTo>
                    <a:pt x="1001255" y="388200"/>
                  </a:lnTo>
                  <a:lnTo>
                    <a:pt x="1001204" y="388353"/>
                  </a:lnTo>
                  <a:lnTo>
                    <a:pt x="1003731" y="377685"/>
                  </a:lnTo>
                  <a:lnTo>
                    <a:pt x="1003731" y="279984"/>
                  </a:lnTo>
                  <a:lnTo>
                    <a:pt x="994067" y="279984"/>
                  </a:lnTo>
                  <a:lnTo>
                    <a:pt x="994067" y="353809"/>
                  </a:lnTo>
                  <a:lnTo>
                    <a:pt x="993432" y="345325"/>
                  </a:lnTo>
                  <a:lnTo>
                    <a:pt x="993978" y="352552"/>
                  </a:lnTo>
                  <a:lnTo>
                    <a:pt x="994067" y="353809"/>
                  </a:lnTo>
                  <a:lnTo>
                    <a:pt x="994067" y="279984"/>
                  </a:lnTo>
                  <a:lnTo>
                    <a:pt x="993051" y="279984"/>
                  </a:lnTo>
                  <a:lnTo>
                    <a:pt x="988021" y="279984"/>
                  </a:lnTo>
                  <a:lnTo>
                    <a:pt x="988021" y="334327"/>
                  </a:lnTo>
                  <a:lnTo>
                    <a:pt x="981329" y="379641"/>
                  </a:lnTo>
                  <a:lnTo>
                    <a:pt x="962571" y="420865"/>
                  </a:lnTo>
                  <a:lnTo>
                    <a:pt x="932865" y="452170"/>
                  </a:lnTo>
                  <a:lnTo>
                    <a:pt x="925817" y="456844"/>
                  </a:lnTo>
                  <a:lnTo>
                    <a:pt x="942162" y="476313"/>
                  </a:lnTo>
                  <a:lnTo>
                    <a:pt x="975690" y="444042"/>
                  </a:lnTo>
                  <a:lnTo>
                    <a:pt x="994651" y="408305"/>
                  </a:lnTo>
                  <a:lnTo>
                    <a:pt x="1000887" y="389432"/>
                  </a:lnTo>
                  <a:lnTo>
                    <a:pt x="1002233" y="394169"/>
                  </a:lnTo>
                  <a:lnTo>
                    <a:pt x="1018489" y="430530"/>
                  </a:lnTo>
                  <a:lnTo>
                    <a:pt x="1049337" y="465010"/>
                  </a:lnTo>
                  <a:lnTo>
                    <a:pt x="1056817" y="470027"/>
                  </a:lnTo>
                  <a:lnTo>
                    <a:pt x="1071575" y="449922"/>
                  </a:lnTo>
                  <a:close/>
                </a:path>
                <a:path w="1738629" h="817245">
                  <a:moveTo>
                    <a:pt x="1112100" y="259257"/>
                  </a:moveTo>
                  <a:lnTo>
                    <a:pt x="1087602" y="259257"/>
                  </a:lnTo>
                  <a:lnTo>
                    <a:pt x="1087602" y="355066"/>
                  </a:lnTo>
                  <a:lnTo>
                    <a:pt x="1040790" y="355066"/>
                  </a:lnTo>
                  <a:lnTo>
                    <a:pt x="1040790" y="376732"/>
                  </a:lnTo>
                  <a:lnTo>
                    <a:pt x="1087602" y="376732"/>
                  </a:lnTo>
                  <a:lnTo>
                    <a:pt x="1087602" y="523125"/>
                  </a:lnTo>
                  <a:lnTo>
                    <a:pt x="1112100" y="523125"/>
                  </a:lnTo>
                  <a:lnTo>
                    <a:pt x="1112100" y="376732"/>
                  </a:lnTo>
                  <a:lnTo>
                    <a:pt x="1112100" y="355066"/>
                  </a:lnTo>
                  <a:lnTo>
                    <a:pt x="1112100" y="259257"/>
                  </a:lnTo>
                  <a:close/>
                </a:path>
                <a:path w="1738629" h="817245">
                  <a:moveTo>
                    <a:pt x="1170533" y="253288"/>
                  </a:moveTo>
                  <a:lnTo>
                    <a:pt x="1145400" y="253288"/>
                  </a:lnTo>
                  <a:lnTo>
                    <a:pt x="1145400" y="537565"/>
                  </a:lnTo>
                  <a:lnTo>
                    <a:pt x="1170533" y="537565"/>
                  </a:lnTo>
                  <a:lnTo>
                    <a:pt x="1170533" y="253288"/>
                  </a:lnTo>
                  <a:close/>
                </a:path>
                <a:path w="1738629" h="817245">
                  <a:moveTo>
                    <a:pt x="1395107" y="401243"/>
                  </a:moveTo>
                  <a:lnTo>
                    <a:pt x="1394764" y="398729"/>
                  </a:lnTo>
                  <a:lnTo>
                    <a:pt x="1392275" y="380187"/>
                  </a:lnTo>
                  <a:lnTo>
                    <a:pt x="1382407" y="381685"/>
                  </a:lnTo>
                  <a:lnTo>
                    <a:pt x="1343063" y="386080"/>
                  </a:lnTo>
                  <a:lnTo>
                    <a:pt x="1275676" y="388048"/>
                  </a:lnTo>
                  <a:lnTo>
                    <a:pt x="1260348" y="388048"/>
                  </a:lnTo>
                  <a:lnTo>
                    <a:pt x="1260348" y="351294"/>
                  </a:lnTo>
                  <a:lnTo>
                    <a:pt x="1361490" y="351294"/>
                  </a:lnTo>
                  <a:lnTo>
                    <a:pt x="1361490" y="330555"/>
                  </a:lnTo>
                  <a:lnTo>
                    <a:pt x="1260348" y="330555"/>
                  </a:lnTo>
                  <a:lnTo>
                    <a:pt x="1260348" y="295376"/>
                  </a:lnTo>
                  <a:lnTo>
                    <a:pt x="1369339" y="295376"/>
                  </a:lnTo>
                  <a:lnTo>
                    <a:pt x="1369339" y="274332"/>
                  </a:lnTo>
                  <a:lnTo>
                    <a:pt x="1234274" y="274332"/>
                  </a:lnTo>
                  <a:lnTo>
                    <a:pt x="1234274" y="409409"/>
                  </a:lnTo>
                  <a:lnTo>
                    <a:pt x="1275867" y="409409"/>
                  </a:lnTo>
                  <a:lnTo>
                    <a:pt x="1311541" y="408774"/>
                  </a:lnTo>
                  <a:lnTo>
                    <a:pt x="1354582" y="406260"/>
                  </a:lnTo>
                  <a:lnTo>
                    <a:pt x="1384795" y="402729"/>
                  </a:lnTo>
                  <a:lnTo>
                    <a:pt x="1395107" y="401243"/>
                  </a:lnTo>
                  <a:close/>
                </a:path>
                <a:path w="1738629" h="817245">
                  <a:moveTo>
                    <a:pt x="1450708" y="253593"/>
                  </a:moveTo>
                  <a:lnTo>
                    <a:pt x="1424635" y="253593"/>
                  </a:lnTo>
                  <a:lnTo>
                    <a:pt x="1424635" y="429196"/>
                  </a:lnTo>
                  <a:lnTo>
                    <a:pt x="1450708" y="429196"/>
                  </a:lnTo>
                  <a:lnTo>
                    <a:pt x="1450708" y="253593"/>
                  </a:lnTo>
                  <a:close/>
                </a:path>
                <a:path w="1738629" h="817245">
                  <a:moveTo>
                    <a:pt x="1452270" y="485114"/>
                  </a:moveTo>
                  <a:lnTo>
                    <a:pt x="1451546" y="477113"/>
                  </a:lnTo>
                  <a:lnTo>
                    <a:pt x="1449374" y="469798"/>
                  </a:lnTo>
                  <a:lnTo>
                    <a:pt x="1445856" y="463359"/>
                  </a:lnTo>
                  <a:lnTo>
                    <a:pt x="1445742" y="463143"/>
                  </a:lnTo>
                  <a:lnTo>
                    <a:pt x="1440649" y="457149"/>
                  </a:lnTo>
                  <a:lnTo>
                    <a:pt x="1436865" y="454012"/>
                  </a:lnTo>
                  <a:lnTo>
                    <a:pt x="1434236" y="451827"/>
                  </a:lnTo>
                  <a:lnTo>
                    <a:pt x="1426591" y="447179"/>
                  </a:lnTo>
                  <a:lnTo>
                    <a:pt x="1426197" y="447014"/>
                  </a:lnTo>
                  <a:lnTo>
                    <a:pt x="1426197" y="478612"/>
                  </a:lnTo>
                  <a:lnTo>
                    <a:pt x="1426197" y="491604"/>
                  </a:lnTo>
                  <a:lnTo>
                    <a:pt x="1393850" y="512749"/>
                  </a:lnTo>
                  <a:lnTo>
                    <a:pt x="1376146" y="515683"/>
                  </a:lnTo>
                  <a:lnTo>
                    <a:pt x="1375537" y="515683"/>
                  </a:lnTo>
                  <a:lnTo>
                    <a:pt x="1367231" y="516293"/>
                  </a:lnTo>
                  <a:lnTo>
                    <a:pt x="1356779" y="516521"/>
                  </a:lnTo>
                  <a:lnTo>
                    <a:pt x="1346454" y="516293"/>
                  </a:lnTo>
                  <a:lnTo>
                    <a:pt x="1338173" y="515683"/>
                  </a:lnTo>
                  <a:lnTo>
                    <a:pt x="1337576" y="515683"/>
                  </a:lnTo>
                  <a:lnTo>
                    <a:pt x="1300213" y="505333"/>
                  </a:lnTo>
                  <a:lnTo>
                    <a:pt x="1287360" y="491604"/>
                  </a:lnTo>
                  <a:lnTo>
                    <a:pt x="1287360" y="478612"/>
                  </a:lnTo>
                  <a:lnTo>
                    <a:pt x="1319707" y="457784"/>
                  </a:lnTo>
                  <a:lnTo>
                    <a:pt x="1356779" y="454012"/>
                  </a:lnTo>
                  <a:lnTo>
                    <a:pt x="1367231" y="454253"/>
                  </a:lnTo>
                  <a:lnTo>
                    <a:pt x="1407668" y="462330"/>
                  </a:lnTo>
                  <a:lnTo>
                    <a:pt x="1426197" y="478612"/>
                  </a:lnTo>
                  <a:lnTo>
                    <a:pt x="1426197" y="447014"/>
                  </a:lnTo>
                  <a:lnTo>
                    <a:pt x="1384427" y="435165"/>
                  </a:lnTo>
                  <a:lnTo>
                    <a:pt x="1356779" y="433590"/>
                  </a:lnTo>
                  <a:lnTo>
                    <a:pt x="1335811" y="434441"/>
                  </a:lnTo>
                  <a:lnTo>
                    <a:pt x="1286929" y="447179"/>
                  </a:lnTo>
                  <a:lnTo>
                    <a:pt x="1261605" y="485114"/>
                  </a:lnTo>
                  <a:lnTo>
                    <a:pt x="1263192" y="496671"/>
                  </a:lnTo>
                  <a:lnTo>
                    <a:pt x="1300949" y="529170"/>
                  </a:lnTo>
                  <a:lnTo>
                    <a:pt x="1356779" y="536943"/>
                  </a:lnTo>
                  <a:lnTo>
                    <a:pt x="1377886" y="536079"/>
                  </a:lnTo>
                  <a:lnTo>
                    <a:pt x="1396593" y="533488"/>
                  </a:lnTo>
                  <a:lnTo>
                    <a:pt x="1412913" y="529170"/>
                  </a:lnTo>
                  <a:lnTo>
                    <a:pt x="1426832" y="523125"/>
                  </a:lnTo>
                  <a:lnTo>
                    <a:pt x="1436700" y="516521"/>
                  </a:lnTo>
                  <a:lnTo>
                    <a:pt x="1437957" y="515683"/>
                  </a:lnTo>
                  <a:lnTo>
                    <a:pt x="1445907" y="506869"/>
                  </a:lnTo>
                  <a:lnTo>
                    <a:pt x="1450682" y="496671"/>
                  </a:lnTo>
                  <a:lnTo>
                    <a:pt x="1452270" y="485114"/>
                  </a:lnTo>
                  <a:close/>
                </a:path>
                <a:path w="1738629" h="817245">
                  <a:moveTo>
                    <a:pt x="1738172" y="0"/>
                  </a:moveTo>
                  <a:lnTo>
                    <a:pt x="1727695" y="0"/>
                  </a:lnTo>
                  <a:lnTo>
                    <a:pt x="1727695" y="806246"/>
                  </a:lnTo>
                  <a:lnTo>
                    <a:pt x="10477" y="806246"/>
                  </a:lnTo>
                  <a:lnTo>
                    <a:pt x="10477" y="0"/>
                  </a:lnTo>
                  <a:lnTo>
                    <a:pt x="0" y="0"/>
                  </a:lnTo>
                  <a:lnTo>
                    <a:pt x="0" y="816724"/>
                  </a:lnTo>
                  <a:lnTo>
                    <a:pt x="10477" y="816724"/>
                  </a:lnTo>
                  <a:lnTo>
                    <a:pt x="1727695" y="816724"/>
                  </a:lnTo>
                  <a:lnTo>
                    <a:pt x="1738172" y="816724"/>
                  </a:lnTo>
                  <a:lnTo>
                    <a:pt x="17381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57994" y="4251179"/>
              <a:ext cx="6617970" cy="817244"/>
            </a:xfrm>
            <a:custGeom>
              <a:avLst/>
              <a:gdLst/>
              <a:ahLst/>
              <a:cxnLst/>
              <a:rect l="l" t="t" r="r" b="b"/>
              <a:pathLst>
                <a:path w="6617970" h="817245">
                  <a:moveTo>
                    <a:pt x="6617599" y="0"/>
                  </a:moveTo>
                  <a:lnTo>
                    <a:pt x="0" y="0"/>
                  </a:lnTo>
                  <a:lnTo>
                    <a:pt x="0" y="816729"/>
                  </a:lnTo>
                  <a:lnTo>
                    <a:pt x="6617599" y="816729"/>
                  </a:lnTo>
                  <a:lnTo>
                    <a:pt x="6617599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57993" y="4251191"/>
              <a:ext cx="6617970" cy="817244"/>
            </a:xfrm>
            <a:custGeom>
              <a:avLst/>
              <a:gdLst/>
              <a:ahLst/>
              <a:cxnLst/>
              <a:rect l="l" t="t" r="r" b="b"/>
              <a:pathLst>
                <a:path w="6617970" h="817245">
                  <a:moveTo>
                    <a:pt x="6617589" y="0"/>
                  </a:moveTo>
                  <a:lnTo>
                    <a:pt x="6607124" y="0"/>
                  </a:lnTo>
                  <a:lnTo>
                    <a:pt x="6607124" y="806246"/>
                  </a:lnTo>
                  <a:lnTo>
                    <a:pt x="0" y="806246"/>
                  </a:lnTo>
                  <a:lnTo>
                    <a:pt x="0" y="816724"/>
                  </a:lnTo>
                  <a:lnTo>
                    <a:pt x="6607124" y="816724"/>
                  </a:lnTo>
                  <a:lnTo>
                    <a:pt x="6617589" y="816724"/>
                  </a:lnTo>
                  <a:lnTo>
                    <a:pt x="6617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5815" y="4504470"/>
              <a:ext cx="3459051" cy="3155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0575594" y="4251179"/>
              <a:ext cx="7340600" cy="817244"/>
            </a:xfrm>
            <a:custGeom>
              <a:avLst/>
              <a:gdLst/>
              <a:ahLst/>
              <a:cxnLst/>
              <a:rect l="l" t="t" r="r" b="b"/>
              <a:pathLst>
                <a:path w="7340600" h="817245">
                  <a:moveTo>
                    <a:pt x="7340090" y="0"/>
                  </a:moveTo>
                  <a:lnTo>
                    <a:pt x="0" y="0"/>
                  </a:lnTo>
                  <a:lnTo>
                    <a:pt x="0" y="816729"/>
                  </a:lnTo>
                  <a:lnTo>
                    <a:pt x="7340090" y="816729"/>
                  </a:lnTo>
                  <a:lnTo>
                    <a:pt x="7340090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575582" y="4251191"/>
              <a:ext cx="7340600" cy="817244"/>
            </a:xfrm>
            <a:custGeom>
              <a:avLst/>
              <a:gdLst/>
              <a:ahLst/>
              <a:cxnLst/>
              <a:rect l="l" t="t" r="r" b="b"/>
              <a:pathLst>
                <a:path w="7340600" h="817245">
                  <a:moveTo>
                    <a:pt x="7340092" y="0"/>
                  </a:moveTo>
                  <a:lnTo>
                    <a:pt x="7329627" y="0"/>
                  </a:lnTo>
                  <a:lnTo>
                    <a:pt x="7329627" y="806246"/>
                  </a:lnTo>
                  <a:lnTo>
                    <a:pt x="0" y="806246"/>
                  </a:lnTo>
                  <a:lnTo>
                    <a:pt x="0" y="816724"/>
                  </a:lnTo>
                  <a:lnTo>
                    <a:pt x="7329627" y="816724"/>
                  </a:lnTo>
                  <a:lnTo>
                    <a:pt x="7340092" y="816724"/>
                  </a:lnTo>
                  <a:lnTo>
                    <a:pt x="7340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73252" y="4503213"/>
              <a:ext cx="2744484" cy="28585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219827" y="5067908"/>
              <a:ext cx="1738630" cy="817244"/>
            </a:xfrm>
            <a:custGeom>
              <a:avLst/>
              <a:gdLst/>
              <a:ahLst/>
              <a:cxnLst/>
              <a:rect l="l" t="t" r="r" b="b"/>
              <a:pathLst>
                <a:path w="1738630" h="817245">
                  <a:moveTo>
                    <a:pt x="1738166" y="0"/>
                  </a:moveTo>
                  <a:lnTo>
                    <a:pt x="0" y="0"/>
                  </a:lnTo>
                  <a:lnTo>
                    <a:pt x="0" y="691078"/>
                  </a:lnTo>
                  <a:lnTo>
                    <a:pt x="9874" y="739987"/>
                  </a:lnTo>
                  <a:lnTo>
                    <a:pt x="36802" y="779926"/>
                  </a:lnTo>
                  <a:lnTo>
                    <a:pt x="76741" y="806854"/>
                  </a:lnTo>
                  <a:lnTo>
                    <a:pt x="125650" y="816729"/>
                  </a:lnTo>
                  <a:lnTo>
                    <a:pt x="1738166" y="816729"/>
                  </a:lnTo>
                  <a:lnTo>
                    <a:pt x="1738166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19820" y="5067915"/>
              <a:ext cx="1738630" cy="817244"/>
            </a:xfrm>
            <a:custGeom>
              <a:avLst/>
              <a:gdLst/>
              <a:ahLst/>
              <a:cxnLst/>
              <a:rect l="l" t="t" r="r" b="b"/>
              <a:pathLst>
                <a:path w="1738629" h="817245">
                  <a:moveTo>
                    <a:pt x="618756" y="391502"/>
                  </a:moveTo>
                  <a:lnTo>
                    <a:pt x="582637" y="370776"/>
                  </a:lnTo>
                  <a:lnTo>
                    <a:pt x="558444" y="340296"/>
                  </a:lnTo>
                  <a:lnTo>
                    <a:pt x="549973" y="295376"/>
                  </a:lnTo>
                  <a:lnTo>
                    <a:pt x="612165" y="295376"/>
                  </a:lnTo>
                  <a:lnTo>
                    <a:pt x="612165" y="282194"/>
                  </a:lnTo>
                  <a:lnTo>
                    <a:pt x="612165" y="274027"/>
                  </a:lnTo>
                  <a:lnTo>
                    <a:pt x="544944" y="274027"/>
                  </a:lnTo>
                  <a:lnTo>
                    <a:pt x="544944" y="305117"/>
                  </a:lnTo>
                  <a:lnTo>
                    <a:pt x="544385" y="316585"/>
                  </a:lnTo>
                  <a:lnTo>
                    <a:pt x="544309" y="317957"/>
                  </a:lnTo>
                  <a:lnTo>
                    <a:pt x="544944" y="305117"/>
                  </a:lnTo>
                  <a:lnTo>
                    <a:pt x="544944" y="274027"/>
                  </a:lnTo>
                  <a:lnTo>
                    <a:pt x="530961" y="274027"/>
                  </a:lnTo>
                  <a:lnTo>
                    <a:pt x="530961" y="328053"/>
                  </a:lnTo>
                  <a:lnTo>
                    <a:pt x="529196" y="316585"/>
                  </a:lnTo>
                  <a:lnTo>
                    <a:pt x="530821" y="327113"/>
                  </a:lnTo>
                  <a:lnTo>
                    <a:pt x="530860" y="327380"/>
                  </a:lnTo>
                  <a:lnTo>
                    <a:pt x="530961" y="328053"/>
                  </a:lnTo>
                  <a:lnTo>
                    <a:pt x="530961" y="274027"/>
                  </a:lnTo>
                  <a:lnTo>
                    <a:pt x="460438" y="274027"/>
                  </a:lnTo>
                  <a:lnTo>
                    <a:pt x="460438" y="295376"/>
                  </a:lnTo>
                  <a:lnTo>
                    <a:pt x="523582" y="295376"/>
                  </a:lnTo>
                  <a:lnTo>
                    <a:pt x="523582" y="305117"/>
                  </a:lnTo>
                  <a:lnTo>
                    <a:pt x="512699" y="347929"/>
                  </a:lnTo>
                  <a:lnTo>
                    <a:pt x="487540" y="378917"/>
                  </a:lnTo>
                  <a:lnTo>
                    <a:pt x="452272" y="399364"/>
                  </a:lnTo>
                  <a:lnTo>
                    <a:pt x="465785" y="420090"/>
                  </a:lnTo>
                  <a:lnTo>
                    <a:pt x="507250" y="394017"/>
                  </a:lnTo>
                  <a:lnTo>
                    <a:pt x="534885" y="354126"/>
                  </a:lnTo>
                  <a:lnTo>
                    <a:pt x="537222" y="347929"/>
                  </a:lnTo>
                  <a:lnTo>
                    <a:pt x="538035" y="350037"/>
                  </a:lnTo>
                  <a:lnTo>
                    <a:pt x="565048" y="387731"/>
                  </a:lnTo>
                  <a:lnTo>
                    <a:pt x="605574" y="412242"/>
                  </a:lnTo>
                  <a:lnTo>
                    <a:pt x="618756" y="391502"/>
                  </a:lnTo>
                  <a:close/>
                </a:path>
                <a:path w="1738629" h="817245">
                  <a:moveTo>
                    <a:pt x="685038" y="253288"/>
                  </a:moveTo>
                  <a:lnTo>
                    <a:pt x="658964" y="253288"/>
                  </a:lnTo>
                  <a:lnTo>
                    <a:pt x="658964" y="327113"/>
                  </a:lnTo>
                  <a:lnTo>
                    <a:pt x="603059" y="327113"/>
                  </a:lnTo>
                  <a:lnTo>
                    <a:pt x="603059" y="348780"/>
                  </a:lnTo>
                  <a:lnTo>
                    <a:pt x="658964" y="348780"/>
                  </a:lnTo>
                  <a:lnTo>
                    <a:pt x="658964" y="422605"/>
                  </a:lnTo>
                  <a:lnTo>
                    <a:pt x="685038" y="422605"/>
                  </a:lnTo>
                  <a:lnTo>
                    <a:pt x="685038" y="348780"/>
                  </a:lnTo>
                  <a:lnTo>
                    <a:pt x="685038" y="327113"/>
                  </a:lnTo>
                  <a:lnTo>
                    <a:pt x="685038" y="253288"/>
                  </a:lnTo>
                  <a:close/>
                </a:path>
                <a:path w="1738629" h="817245">
                  <a:moveTo>
                    <a:pt x="685990" y="484492"/>
                  </a:moveTo>
                  <a:lnTo>
                    <a:pt x="685368" y="477367"/>
                  </a:lnTo>
                  <a:lnTo>
                    <a:pt x="685279" y="476338"/>
                  </a:lnTo>
                  <a:lnTo>
                    <a:pt x="683158" y="468858"/>
                  </a:lnTo>
                  <a:lnTo>
                    <a:pt x="660222" y="445084"/>
                  </a:lnTo>
                  <a:lnTo>
                    <a:pt x="660222" y="477367"/>
                  </a:lnTo>
                  <a:lnTo>
                    <a:pt x="660222" y="491185"/>
                  </a:lnTo>
                  <a:lnTo>
                    <a:pt x="628180" y="513067"/>
                  </a:lnTo>
                  <a:lnTo>
                    <a:pt x="591439" y="516839"/>
                  </a:lnTo>
                  <a:lnTo>
                    <a:pt x="581126" y="516610"/>
                  </a:lnTo>
                  <a:lnTo>
                    <a:pt x="541020" y="508203"/>
                  </a:lnTo>
                  <a:lnTo>
                    <a:pt x="522643" y="491185"/>
                  </a:lnTo>
                  <a:lnTo>
                    <a:pt x="522643" y="477367"/>
                  </a:lnTo>
                  <a:lnTo>
                    <a:pt x="554685" y="455587"/>
                  </a:lnTo>
                  <a:lnTo>
                    <a:pt x="591439" y="451815"/>
                  </a:lnTo>
                  <a:lnTo>
                    <a:pt x="601853" y="452056"/>
                  </a:lnTo>
                  <a:lnTo>
                    <a:pt x="641769" y="460222"/>
                  </a:lnTo>
                  <a:lnTo>
                    <a:pt x="660222" y="477367"/>
                  </a:lnTo>
                  <a:lnTo>
                    <a:pt x="660222" y="445084"/>
                  </a:lnTo>
                  <a:lnTo>
                    <a:pt x="618845" y="432968"/>
                  </a:lnTo>
                  <a:lnTo>
                    <a:pt x="591439" y="431393"/>
                  </a:lnTo>
                  <a:lnTo>
                    <a:pt x="577316" y="431787"/>
                  </a:lnTo>
                  <a:lnTo>
                    <a:pt x="530923" y="441172"/>
                  </a:lnTo>
                  <a:lnTo>
                    <a:pt x="499706" y="468858"/>
                  </a:lnTo>
                  <a:lnTo>
                    <a:pt x="496887" y="484492"/>
                  </a:lnTo>
                  <a:lnTo>
                    <a:pt x="498449" y="496341"/>
                  </a:lnTo>
                  <a:lnTo>
                    <a:pt x="535889" y="529488"/>
                  </a:lnTo>
                  <a:lnTo>
                    <a:pt x="591439" y="537260"/>
                  </a:lnTo>
                  <a:lnTo>
                    <a:pt x="612241" y="536397"/>
                  </a:lnTo>
                  <a:lnTo>
                    <a:pt x="630694" y="533806"/>
                  </a:lnTo>
                  <a:lnTo>
                    <a:pt x="646798" y="529488"/>
                  </a:lnTo>
                  <a:lnTo>
                    <a:pt x="660539" y="523443"/>
                  </a:lnTo>
                  <a:lnTo>
                    <a:pt x="670179" y="516839"/>
                  </a:lnTo>
                  <a:lnTo>
                    <a:pt x="671563" y="515899"/>
                  </a:lnTo>
                  <a:lnTo>
                    <a:pt x="672642" y="514718"/>
                  </a:lnTo>
                  <a:lnTo>
                    <a:pt x="679627" y="506793"/>
                  </a:lnTo>
                  <a:lnTo>
                    <a:pt x="684390" y="496341"/>
                  </a:lnTo>
                  <a:lnTo>
                    <a:pt x="685990" y="484492"/>
                  </a:lnTo>
                  <a:close/>
                </a:path>
                <a:path w="1738629" h="817245">
                  <a:moveTo>
                    <a:pt x="908989" y="279044"/>
                  </a:moveTo>
                  <a:lnTo>
                    <a:pt x="840511" y="279044"/>
                  </a:lnTo>
                  <a:lnTo>
                    <a:pt x="840511" y="251091"/>
                  </a:lnTo>
                  <a:lnTo>
                    <a:pt x="814755" y="251091"/>
                  </a:lnTo>
                  <a:lnTo>
                    <a:pt x="814755" y="279044"/>
                  </a:lnTo>
                  <a:lnTo>
                    <a:pt x="745959" y="279044"/>
                  </a:lnTo>
                  <a:lnTo>
                    <a:pt x="745959" y="298843"/>
                  </a:lnTo>
                  <a:lnTo>
                    <a:pt x="908989" y="298843"/>
                  </a:lnTo>
                  <a:lnTo>
                    <a:pt x="908989" y="288785"/>
                  </a:lnTo>
                  <a:lnTo>
                    <a:pt x="908989" y="279044"/>
                  </a:lnTo>
                  <a:close/>
                </a:path>
                <a:path w="1738629" h="817245">
                  <a:moveTo>
                    <a:pt x="919353" y="424484"/>
                  </a:moveTo>
                  <a:lnTo>
                    <a:pt x="919200" y="422922"/>
                  </a:lnTo>
                  <a:lnTo>
                    <a:pt x="917473" y="405955"/>
                  </a:lnTo>
                  <a:lnTo>
                    <a:pt x="902703" y="407860"/>
                  </a:lnTo>
                  <a:lnTo>
                    <a:pt x="887628" y="409486"/>
                  </a:lnTo>
                  <a:lnTo>
                    <a:pt x="872236" y="410845"/>
                  </a:lnTo>
                  <a:lnTo>
                    <a:pt x="856526" y="411924"/>
                  </a:lnTo>
                  <a:lnTo>
                    <a:pt x="840511" y="412800"/>
                  </a:lnTo>
                  <a:lnTo>
                    <a:pt x="840511" y="393700"/>
                  </a:lnTo>
                  <a:lnTo>
                    <a:pt x="840511" y="393077"/>
                  </a:lnTo>
                  <a:lnTo>
                    <a:pt x="841146" y="393077"/>
                  </a:lnTo>
                  <a:lnTo>
                    <a:pt x="854405" y="390880"/>
                  </a:lnTo>
                  <a:lnTo>
                    <a:pt x="888923" y="369201"/>
                  </a:lnTo>
                  <a:lnTo>
                    <a:pt x="893597" y="351612"/>
                  </a:lnTo>
                  <a:lnTo>
                    <a:pt x="892454" y="342379"/>
                  </a:lnTo>
                  <a:lnTo>
                    <a:pt x="868781" y="317474"/>
                  </a:lnTo>
                  <a:lnTo>
                    <a:pt x="868781" y="344068"/>
                  </a:lnTo>
                  <a:lnTo>
                    <a:pt x="868781" y="358736"/>
                  </a:lnTo>
                  <a:lnTo>
                    <a:pt x="827316" y="375793"/>
                  </a:lnTo>
                  <a:lnTo>
                    <a:pt x="818362" y="375386"/>
                  </a:lnTo>
                  <a:lnTo>
                    <a:pt x="785850" y="358736"/>
                  </a:lnTo>
                  <a:lnTo>
                    <a:pt x="785850" y="344068"/>
                  </a:lnTo>
                  <a:lnTo>
                    <a:pt x="827316" y="327736"/>
                  </a:lnTo>
                  <a:lnTo>
                    <a:pt x="836269" y="328129"/>
                  </a:lnTo>
                  <a:lnTo>
                    <a:pt x="868781" y="344068"/>
                  </a:lnTo>
                  <a:lnTo>
                    <a:pt x="868781" y="317474"/>
                  </a:lnTo>
                  <a:lnTo>
                    <a:pt x="865657" y="315874"/>
                  </a:lnTo>
                  <a:lnTo>
                    <a:pt x="854405" y="312343"/>
                  </a:lnTo>
                  <a:lnTo>
                    <a:pt x="841629" y="310222"/>
                  </a:lnTo>
                  <a:lnTo>
                    <a:pt x="827316" y="309524"/>
                  </a:lnTo>
                  <a:lnTo>
                    <a:pt x="813117" y="310222"/>
                  </a:lnTo>
                  <a:lnTo>
                    <a:pt x="771283" y="326986"/>
                  </a:lnTo>
                  <a:lnTo>
                    <a:pt x="765721" y="334022"/>
                  </a:lnTo>
                  <a:lnTo>
                    <a:pt x="765594" y="334175"/>
                  </a:lnTo>
                  <a:lnTo>
                    <a:pt x="762177" y="342379"/>
                  </a:lnTo>
                  <a:lnTo>
                    <a:pt x="761034" y="351612"/>
                  </a:lnTo>
                  <a:lnTo>
                    <a:pt x="762177" y="360832"/>
                  </a:lnTo>
                  <a:lnTo>
                    <a:pt x="800379" y="390880"/>
                  </a:lnTo>
                  <a:lnTo>
                    <a:pt x="813612" y="393077"/>
                  </a:lnTo>
                  <a:lnTo>
                    <a:pt x="814755" y="393077"/>
                  </a:lnTo>
                  <a:lnTo>
                    <a:pt x="814755" y="413867"/>
                  </a:lnTo>
                  <a:lnTo>
                    <a:pt x="794334" y="414439"/>
                  </a:lnTo>
                  <a:lnTo>
                    <a:pt x="753999" y="414756"/>
                  </a:lnTo>
                  <a:lnTo>
                    <a:pt x="738733" y="414756"/>
                  </a:lnTo>
                  <a:lnTo>
                    <a:pt x="741514" y="433349"/>
                  </a:lnTo>
                  <a:lnTo>
                    <a:pt x="741629" y="434149"/>
                  </a:lnTo>
                  <a:lnTo>
                    <a:pt x="741718" y="434759"/>
                  </a:lnTo>
                  <a:lnTo>
                    <a:pt x="741781" y="435165"/>
                  </a:lnTo>
                  <a:lnTo>
                    <a:pt x="741870" y="435800"/>
                  </a:lnTo>
                  <a:lnTo>
                    <a:pt x="756767" y="435800"/>
                  </a:lnTo>
                  <a:lnTo>
                    <a:pt x="796213" y="435165"/>
                  </a:lnTo>
                  <a:lnTo>
                    <a:pt x="841870" y="433349"/>
                  </a:lnTo>
                  <a:lnTo>
                    <a:pt x="888809" y="429120"/>
                  </a:lnTo>
                  <a:lnTo>
                    <a:pt x="904176" y="426986"/>
                  </a:lnTo>
                  <a:lnTo>
                    <a:pt x="919353" y="424484"/>
                  </a:lnTo>
                  <a:close/>
                </a:path>
                <a:path w="1738629" h="817245">
                  <a:moveTo>
                    <a:pt x="960513" y="458419"/>
                  </a:moveTo>
                  <a:lnTo>
                    <a:pt x="773607" y="458419"/>
                  </a:lnTo>
                  <a:lnTo>
                    <a:pt x="773607" y="479145"/>
                  </a:lnTo>
                  <a:lnTo>
                    <a:pt x="934440" y="479145"/>
                  </a:lnTo>
                  <a:lnTo>
                    <a:pt x="934440" y="537578"/>
                  </a:lnTo>
                  <a:lnTo>
                    <a:pt x="960513" y="537578"/>
                  </a:lnTo>
                  <a:lnTo>
                    <a:pt x="960513" y="458419"/>
                  </a:lnTo>
                  <a:close/>
                </a:path>
                <a:path w="1738629" h="817245">
                  <a:moveTo>
                    <a:pt x="1001966" y="339356"/>
                  </a:moveTo>
                  <a:lnTo>
                    <a:pt x="960513" y="339356"/>
                  </a:lnTo>
                  <a:lnTo>
                    <a:pt x="960513" y="253606"/>
                  </a:lnTo>
                  <a:lnTo>
                    <a:pt x="934440" y="253606"/>
                  </a:lnTo>
                  <a:lnTo>
                    <a:pt x="934440" y="443966"/>
                  </a:lnTo>
                  <a:lnTo>
                    <a:pt x="960513" y="443966"/>
                  </a:lnTo>
                  <a:lnTo>
                    <a:pt x="960513" y="361035"/>
                  </a:lnTo>
                  <a:lnTo>
                    <a:pt x="1001966" y="361035"/>
                  </a:lnTo>
                  <a:lnTo>
                    <a:pt x="1001966" y="339356"/>
                  </a:lnTo>
                  <a:close/>
                </a:path>
                <a:path w="1738629" h="817245">
                  <a:moveTo>
                    <a:pt x="1286865" y="480085"/>
                  </a:moveTo>
                  <a:lnTo>
                    <a:pt x="1170317" y="480085"/>
                  </a:lnTo>
                  <a:lnTo>
                    <a:pt x="1170317" y="407212"/>
                  </a:lnTo>
                  <a:lnTo>
                    <a:pt x="1257020" y="407212"/>
                  </a:lnTo>
                  <a:lnTo>
                    <a:pt x="1257020" y="395274"/>
                  </a:lnTo>
                  <a:lnTo>
                    <a:pt x="1257020" y="386168"/>
                  </a:lnTo>
                  <a:lnTo>
                    <a:pt x="1088021" y="386168"/>
                  </a:lnTo>
                  <a:lnTo>
                    <a:pt x="1088021" y="297586"/>
                  </a:lnTo>
                  <a:lnTo>
                    <a:pt x="1254188" y="297586"/>
                  </a:lnTo>
                  <a:lnTo>
                    <a:pt x="1254188" y="275907"/>
                  </a:lnTo>
                  <a:lnTo>
                    <a:pt x="1061948" y="275907"/>
                  </a:lnTo>
                  <a:lnTo>
                    <a:pt x="1061948" y="407212"/>
                  </a:lnTo>
                  <a:lnTo>
                    <a:pt x="1144562" y="407212"/>
                  </a:lnTo>
                  <a:lnTo>
                    <a:pt x="1144562" y="480085"/>
                  </a:lnTo>
                  <a:lnTo>
                    <a:pt x="1029271" y="480085"/>
                  </a:lnTo>
                  <a:lnTo>
                    <a:pt x="1029271" y="501764"/>
                  </a:lnTo>
                  <a:lnTo>
                    <a:pt x="1286865" y="501764"/>
                  </a:lnTo>
                  <a:lnTo>
                    <a:pt x="1286865" y="488569"/>
                  </a:lnTo>
                  <a:lnTo>
                    <a:pt x="1286865" y="480085"/>
                  </a:lnTo>
                  <a:close/>
                </a:path>
                <a:path w="1738629" h="817245">
                  <a:moveTo>
                    <a:pt x="1738172" y="0"/>
                  </a:moveTo>
                  <a:lnTo>
                    <a:pt x="1727695" y="0"/>
                  </a:lnTo>
                  <a:lnTo>
                    <a:pt x="1727695" y="806259"/>
                  </a:lnTo>
                  <a:lnTo>
                    <a:pt x="125653" y="806259"/>
                  </a:lnTo>
                  <a:lnTo>
                    <a:pt x="80822" y="797204"/>
                  </a:lnTo>
                  <a:lnTo>
                    <a:pt x="44208" y="772515"/>
                  </a:lnTo>
                  <a:lnTo>
                    <a:pt x="19519" y="735914"/>
                  </a:lnTo>
                  <a:lnTo>
                    <a:pt x="10477" y="691083"/>
                  </a:lnTo>
                  <a:lnTo>
                    <a:pt x="10477" y="0"/>
                  </a:lnTo>
                  <a:lnTo>
                    <a:pt x="0" y="0"/>
                  </a:lnTo>
                  <a:lnTo>
                    <a:pt x="0" y="691083"/>
                  </a:lnTo>
                  <a:lnTo>
                    <a:pt x="9880" y="739990"/>
                  </a:lnTo>
                  <a:lnTo>
                    <a:pt x="36804" y="779919"/>
                  </a:lnTo>
                  <a:lnTo>
                    <a:pt x="76746" y="806856"/>
                  </a:lnTo>
                  <a:lnTo>
                    <a:pt x="125653" y="816724"/>
                  </a:lnTo>
                  <a:lnTo>
                    <a:pt x="1738172" y="816724"/>
                  </a:lnTo>
                  <a:lnTo>
                    <a:pt x="17381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57994" y="5067908"/>
              <a:ext cx="6617970" cy="817244"/>
            </a:xfrm>
            <a:custGeom>
              <a:avLst/>
              <a:gdLst/>
              <a:ahLst/>
              <a:cxnLst/>
              <a:rect l="l" t="t" r="r" b="b"/>
              <a:pathLst>
                <a:path w="6617970" h="817245">
                  <a:moveTo>
                    <a:pt x="6617599" y="0"/>
                  </a:moveTo>
                  <a:lnTo>
                    <a:pt x="0" y="0"/>
                  </a:lnTo>
                  <a:lnTo>
                    <a:pt x="0" y="816729"/>
                  </a:lnTo>
                  <a:lnTo>
                    <a:pt x="6617599" y="816729"/>
                  </a:lnTo>
                  <a:lnTo>
                    <a:pt x="6617599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57993" y="5067915"/>
              <a:ext cx="6617970" cy="817244"/>
            </a:xfrm>
            <a:custGeom>
              <a:avLst/>
              <a:gdLst/>
              <a:ahLst/>
              <a:cxnLst/>
              <a:rect l="l" t="t" r="r" b="b"/>
              <a:pathLst>
                <a:path w="6617970" h="817245">
                  <a:moveTo>
                    <a:pt x="6617589" y="0"/>
                  </a:moveTo>
                  <a:lnTo>
                    <a:pt x="6607124" y="0"/>
                  </a:lnTo>
                  <a:lnTo>
                    <a:pt x="6607124" y="806259"/>
                  </a:lnTo>
                  <a:lnTo>
                    <a:pt x="0" y="806259"/>
                  </a:lnTo>
                  <a:lnTo>
                    <a:pt x="0" y="816724"/>
                  </a:lnTo>
                  <a:lnTo>
                    <a:pt x="6607124" y="816724"/>
                  </a:lnTo>
                  <a:lnTo>
                    <a:pt x="6617589" y="816724"/>
                  </a:lnTo>
                  <a:lnTo>
                    <a:pt x="6617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5833" y="5320256"/>
              <a:ext cx="3700690" cy="28554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0575594" y="5067908"/>
              <a:ext cx="7340600" cy="817244"/>
            </a:xfrm>
            <a:custGeom>
              <a:avLst/>
              <a:gdLst/>
              <a:ahLst/>
              <a:cxnLst/>
              <a:rect l="l" t="t" r="r" b="b"/>
              <a:pathLst>
                <a:path w="7340600" h="817245">
                  <a:moveTo>
                    <a:pt x="7340090" y="0"/>
                  </a:moveTo>
                  <a:lnTo>
                    <a:pt x="0" y="0"/>
                  </a:lnTo>
                  <a:lnTo>
                    <a:pt x="0" y="816729"/>
                  </a:lnTo>
                  <a:lnTo>
                    <a:pt x="7214440" y="816729"/>
                  </a:lnTo>
                  <a:lnTo>
                    <a:pt x="7263349" y="806854"/>
                  </a:lnTo>
                  <a:lnTo>
                    <a:pt x="7303288" y="779926"/>
                  </a:lnTo>
                  <a:lnTo>
                    <a:pt x="7330216" y="739987"/>
                  </a:lnTo>
                  <a:lnTo>
                    <a:pt x="7340090" y="691078"/>
                  </a:lnTo>
                  <a:lnTo>
                    <a:pt x="7340090" y="0"/>
                  </a:lnTo>
                  <a:close/>
                </a:path>
              </a:pathLst>
            </a:custGeom>
            <a:solidFill>
              <a:srgbClr val="171A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575594" y="5067908"/>
              <a:ext cx="7340600" cy="817244"/>
            </a:xfrm>
            <a:custGeom>
              <a:avLst/>
              <a:gdLst/>
              <a:ahLst/>
              <a:cxnLst/>
              <a:rect l="l" t="t" r="r" b="b"/>
              <a:pathLst>
                <a:path w="7340600" h="817245">
                  <a:moveTo>
                    <a:pt x="7214440" y="806258"/>
                  </a:moveTo>
                  <a:lnTo>
                    <a:pt x="0" y="806258"/>
                  </a:lnTo>
                  <a:lnTo>
                    <a:pt x="0" y="816729"/>
                  </a:lnTo>
                  <a:lnTo>
                    <a:pt x="7214440" y="816729"/>
                  </a:lnTo>
                  <a:lnTo>
                    <a:pt x="7214440" y="806258"/>
                  </a:lnTo>
                  <a:close/>
                </a:path>
                <a:path w="7340600" h="817245">
                  <a:moveTo>
                    <a:pt x="7340090" y="0"/>
                  </a:moveTo>
                  <a:lnTo>
                    <a:pt x="7329619" y="0"/>
                  </a:lnTo>
                  <a:lnTo>
                    <a:pt x="7329619" y="691078"/>
                  </a:lnTo>
                  <a:lnTo>
                    <a:pt x="7320568" y="735911"/>
                  </a:lnTo>
                  <a:lnTo>
                    <a:pt x="7295884" y="772522"/>
                  </a:lnTo>
                  <a:lnTo>
                    <a:pt x="7259273" y="797206"/>
                  </a:lnTo>
                  <a:lnTo>
                    <a:pt x="7214440" y="806258"/>
                  </a:lnTo>
                  <a:lnTo>
                    <a:pt x="7214440" y="816729"/>
                  </a:lnTo>
                  <a:lnTo>
                    <a:pt x="7263348" y="806854"/>
                  </a:lnTo>
                  <a:lnTo>
                    <a:pt x="7303288" y="779926"/>
                  </a:lnTo>
                  <a:lnTo>
                    <a:pt x="7330216" y="739987"/>
                  </a:lnTo>
                  <a:lnTo>
                    <a:pt x="7340090" y="691078"/>
                  </a:lnTo>
                  <a:lnTo>
                    <a:pt x="7340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40951" y="5320256"/>
              <a:ext cx="5020709" cy="285541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17928" y="7177478"/>
            <a:ext cx="3739528" cy="29779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95804" y="7755240"/>
            <a:ext cx="6185081" cy="26767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76044" y="9816141"/>
            <a:ext cx="3699622" cy="29779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55413" y="10393903"/>
            <a:ext cx="6240314" cy="27658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76044" y="8498694"/>
            <a:ext cx="4613482" cy="32121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757412" y="9074571"/>
            <a:ext cx="8582634" cy="307817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942379" y="1800992"/>
            <a:ext cx="419100" cy="41910"/>
          </a:xfrm>
          <a:custGeom>
            <a:avLst/>
            <a:gdLst/>
            <a:ahLst/>
            <a:cxnLst/>
            <a:rect l="l" t="t" r="r" b="b"/>
            <a:pathLst>
              <a:path w="419100" h="41910">
                <a:moveTo>
                  <a:pt x="418835" y="0"/>
                </a:moveTo>
                <a:lnTo>
                  <a:pt x="0" y="0"/>
                </a:lnTo>
                <a:lnTo>
                  <a:pt x="0" y="41883"/>
                </a:lnTo>
                <a:lnTo>
                  <a:pt x="418835" y="41883"/>
                </a:lnTo>
                <a:lnTo>
                  <a:pt x="418835" y="0"/>
                </a:lnTo>
                <a:close/>
              </a:path>
            </a:pathLst>
          </a:custGeom>
          <a:solidFill>
            <a:srgbClr val="38B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25717" y="6578735"/>
            <a:ext cx="93256" cy="9325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15735" y="6432107"/>
            <a:ext cx="2158315" cy="3463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85798" y="5357434"/>
            <a:ext cx="2755265" cy="704215"/>
          </a:xfrm>
          <a:custGeom>
            <a:avLst/>
            <a:gdLst/>
            <a:ahLst/>
            <a:cxnLst/>
            <a:rect l="l" t="t" r="r" b="b"/>
            <a:pathLst>
              <a:path w="2755265" h="704214">
                <a:moveTo>
                  <a:pt x="244965" y="9370"/>
                </a:moveTo>
                <a:lnTo>
                  <a:pt x="0" y="9370"/>
                </a:lnTo>
                <a:lnTo>
                  <a:pt x="0" y="694737"/>
                </a:lnTo>
                <a:lnTo>
                  <a:pt x="242957" y="694737"/>
                </a:lnTo>
                <a:lnTo>
                  <a:pt x="293322" y="692164"/>
                </a:lnTo>
                <a:lnTo>
                  <a:pt x="340006" y="684446"/>
                </a:lnTo>
                <a:lnTo>
                  <a:pt x="383009" y="671583"/>
                </a:lnTo>
                <a:lnTo>
                  <a:pt x="422330" y="653575"/>
                </a:lnTo>
                <a:lnTo>
                  <a:pt x="457782" y="630756"/>
                </a:lnTo>
                <a:lnTo>
                  <a:pt x="488842" y="603461"/>
                </a:lnTo>
                <a:lnTo>
                  <a:pt x="515510" y="571690"/>
                </a:lnTo>
                <a:lnTo>
                  <a:pt x="516191" y="570581"/>
                </a:lnTo>
                <a:lnTo>
                  <a:pt x="144904" y="570581"/>
                </a:lnTo>
                <a:lnTo>
                  <a:pt x="144904" y="133526"/>
                </a:lnTo>
                <a:lnTo>
                  <a:pt x="516544" y="133526"/>
                </a:lnTo>
                <a:lnTo>
                  <a:pt x="515552" y="131915"/>
                </a:lnTo>
                <a:lnTo>
                  <a:pt x="489010" y="100311"/>
                </a:lnTo>
                <a:lnTo>
                  <a:pt x="458159" y="73184"/>
                </a:lnTo>
                <a:lnTo>
                  <a:pt x="422999" y="50532"/>
                </a:lnTo>
                <a:lnTo>
                  <a:pt x="383887" y="32523"/>
                </a:lnTo>
                <a:lnTo>
                  <a:pt x="341177" y="19660"/>
                </a:lnTo>
                <a:lnTo>
                  <a:pt x="294870" y="11942"/>
                </a:lnTo>
                <a:lnTo>
                  <a:pt x="244965" y="9370"/>
                </a:lnTo>
                <a:close/>
              </a:path>
              <a:path w="2755265" h="704214">
                <a:moveTo>
                  <a:pt x="516544" y="133526"/>
                </a:moveTo>
                <a:lnTo>
                  <a:pt x="237268" y="133526"/>
                </a:lnTo>
                <a:lnTo>
                  <a:pt x="268118" y="134948"/>
                </a:lnTo>
                <a:lnTo>
                  <a:pt x="296417" y="139215"/>
                </a:lnTo>
                <a:lnTo>
                  <a:pt x="345360" y="156282"/>
                </a:lnTo>
                <a:lnTo>
                  <a:pt x="383762" y="185397"/>
                </a:lnTo>
                <a:lnTo>
                  <a:pt x="411287" y="227228"/>
                </a:lnTo>
                <a:lnTo>
                  <a:pt x="428103" y="282362"/>
                </a:lnTo>
                <a:lnTo>
                  <a:pt x="433708" y="351384"/>
                </a:lnTo>
                <a:lnTo>
                  <a:pt x="432307" y="387945"/>
                </a:lnTo>
                <a:lnTo>
                  <a:pt x="421096" y="450525"/>
                </a:lnTo>
                <a:lnTo>
                  <a:pt x="398863" y="499070"/>
                </a:lnTo>
                <a:lnTo>
                  <a:pt x="365732" y="534710"/>
                </a:lnTo>
                <a:lnTo>
                  <a:pt x="321830" y="557781"/>
                </a:lnTo>
                <a:lnTo>
                  <a:pt x="267784" y="569159"/>
                </a:lnTo>
                <a:lnTo>
                  <a:pt x="236933" y="570581"/>
                </a:lnTo>
                <a:lnTo>
                  <a:pt x="516191" y="570581"/>
                </a:lnTo>
                <a:lnTo>
                  <a:pt x="537785" y="535443"/>
                </a:lnTo>
                <a:lnTo>
                  <a:pt x="555501" y="495075"/>
                </a:lnTo>
                <a:lnTo>
                  <a:pt x="568155" y="450943"/>
                </a:lnTo>
                <a:lnTo>
                  <a:pt x="575747" y="403046"/>
                </a:lnTo>
                <a:lnTo>
                  <a:pt x="578278" y="351384"/>
                </a:lnTo>
                <a:lnTo>
                  <a:pt x="575747" y="299889"/>
                </a:lnTo>
                <a:lnTo>
                  <a:pt x="568155" y="252160"/>
                </a:lnTo>
                <a:lnTo>
                  <a:pt x="555501" y="208195"/>
                </a:lnTo>
                <a:lnTo>
                  <a:pt x="537785" y="167995"/>
                </a:lnTo>
                <a:lnTo>
                  <a:pt x="516544" y="133526"/>
                </a:lnTo>
                <a:close/>
              </a:path>
              <a:path w="2755265" h="704214">
                <a:moveTo>
                  <a:pt x="1147437" y="9370"/>
                </a:moveTo>
                <a:lnTo>
                  <a:pt x="685618" y="9370"/>
                </a:lnTo>
                <a:lnTo>
                  <a:pt x="685618" y="694737"/>
                </a:lnTo>
                <a:lnTo>
                  <a:pt x="1148776" y="694737"/>
                </a:lnTo>
                <a:lnTo>
                  <a:pt x="1148776" y="575266"/>
                </a:lnTo>
                <a:lnTo>
                  <a:pt x="830522" y="575266"/>
                </a:lnTo>
                <a:lnTo>
                  <a:pt x="830522" y="411621"/>
                </a:lnTo>
                <a:lnTo>
                  <a:pt x="1123677" y="411621"/>
                </a:lnTo>
                <a:lnTo>
                  <a:pt x="1123677" y="292151"/>
                </a:lnTo>
                <a:lnTo>
                  <a:pt x="830522" y="292151"/>
                </a:lnTo>
                <a:lnTo>
                  <a:pt x="830522" y="128840"/>
                </a:lnTo>
                <a:lnTo>
                  <a:pt x="1147437" y="128840"/>
                </a:lnTo>
                <a:lnTo>
                  <a:pt x="1147437" y="9370"/>
                </a:lnTo>
                <a:close/>
              </a:path>
              <a:path w="2755265" h="704214">
                <a:moveTo>
                  <a:pt x="1441345" y="9370"/>
                </a:moveTo>
                <a:lnTo>
                  <a:pt x="1262641" y="9370"/>
                </a:lnTo>
                <a:lnTo>
                  <a:pt x="1262641" y="694737"/>
                </a:lnTo>
                <a:lnTo>
                  <a:pt x="1403195" y="694737"/>
                </a:lnTo>
                <a:lnTo>
                  <a:pt x="1403195" y="246973"/>
                </a:lnTo>
                <a:lnTo>
                  <a:pt x="1538735" y="246973"/>
                </a:lnTo>
                <a:lnTo>
                  <a:pt x="1441345" y="9370"/>
                </a:lnTo>
                <a:close/>
              </a:path>
              <a:path w="2755265" h="704214">
                <a:moveTo>
                  <a:pt x="2005568" y="248646"/>
                </a:moveTo>
                <a:lnTo>
                  <a:pt x="1865014" y="248646"/>
                </a:lnTo>
                <a:lnTo>
                  <a:pt x="1865014" y="694737"/>
                </a:lnTo>
                <a:lnTo>
                  <a:pt x="2005568" y="694737"/>
                </a:lnTo>
                <a:lnTo>
                  <a:pt x="2005568" y="248646"/>
                </a:lnTo>
                <a:close/>
              </a:path>
              <a:path w="2755265" h="704214">
                <a:moveTo>
                  <a:pt x="1538735" y="246973"/>
                </a:moveTo>
                <a:lnTo>
                  <a:pt x="1408884" y="246973"/>
                </a:lnTo>
                <a:lnTo>
                  <a:pt x="1586249" y="691390"/>
                </a:lnTo>
                <a:lnTo>
                  <a:pt x="1681960" y="691390"/>
                </a:lnTo>
                <a:lnTo>
                  <a:pt x="1770710" y="469851"/>
                </a:lnTo>
                <a:lnTo>
                  <a:pt x="1630089" y="469851"/>
                </a:lnTo>
                <a:lnTo>
                  <a:pt x="1538735" y="246973"/>
                </a:lnTo>
                <a:close/>
              </a:path>
              <a:path w="2755265" h="704214">
                <a:moveTo>
                  <a:pt x="2005568" y="9370"/>
                </a:moveTo>
                <a:lnTo>
                  <a:pt x="1826864" y="9370"/>
                </a:lnTo>
                <a:lnTo>
                  <a:pt x="1638120" y="469851"/>
                </a:lnTo>
                <a:lnTo>
                  <a:pt x="1770710" y="469851"/>
                </a:lnTo>
                <a:lnTo>
                  <a:pt x="1859325" y="248646"/>
                </a:lnTo>
                <a:lnTo>
                  <a:pt x="2005568" y="248646"/>
                </a:lnTo>
                <a:lnTo>
                  <a:pt x="2005568" y="9370"/>
                </a:lnTo>
                <a:close/>
              </a:path>
              <a:path w="2755265" h="704214">
                <a:moveTo>
                  <a:pt x="2433839" y="0"/>
                </a:moveTo>
                <a:lnTo>
                  <a:pt x="2389330" y="2593"/>
                </a:lnTo>
                <a:lnTo>
                  <a:pt x="2347164" y="10374"/>
                </a:lnTo>
                <a:lnTo>
                  <a:pt x="2307341" y="23341"/>
                </a:lnTo>
                <a:lnTo>
                  <a:pt x="2269859" y="41496"/>
                </a:lnTo>
                <a:lnTo>
                  <a:pt x="2235453" y="64420"/>
                </a:lnTo>
                <a:lnTo>
                  <a:pt x="2204853" y="92029"/>
                </a:lnTo>
                <a:lnTo>
                  <a:pt x="2178060" y="124323"/>
                </a:lnTo>
                <a:lnTo>
                  <a:pt x="2155074" y="161302"/>
                </a:lnTo>
                <a:lnTo>
                  <a:pt x="2136626" y="202715"/>
                </a:lnTo>
                <a:lnTo>
                  <a:pt x="2123449" y="248311"/>
                </a:lnTo>
                <a:lnTo>
                  <a:pt x="2115543" y="298091"/>
                </a:lnTo>
                <a:lnTo>
                  <a:pt x="2112908" y="352053"/>
                </a:lnTo>
                <a:lnTo>
                  <a:pt x="2115543" y="405869"/>
                </a:lnTo>
                <a:lnTo>
                  <a:pt x="2123449" y="455544"/>
                </a:lnTo>
                <a:lnTo>
                  <a:pt x="2136626" y="501078"/>
                </a:lnTo>
                <a:lnTo>
                  <a:pt x="2155074" y="542470"/>
                </a:lnTo>
                <a:lnTo>
                  <a:pt x="2178060" y="579470"/>
                </a:lnTo>
                <a:lnTo>
                  <a:pt x="2204853" y="611827"/>
                </a:lnTo>
                <a:lnTo>
                  <a:pt x="2235453" y="639540"/>
                </a:lnTo>
                <a:lnTo>
                  <a:pt x="2269859" y="662610"/>
                </a:lnTo>
                <a:lnTo>
                  <a:pt x="2307341" y="680765"/>
                </a:lnTo>
                <a:lnTo>
                  <a:pt x="2347421" y="693817"/>
                </a:lnTo>
                <a:lnTo>
                  <a:pt x="2347617" y="693817"/>
                </a:lnTo>
                <a:lnTo>
                  <a:pt x="2389444" y="701534"/>
                </a:lnTo>
                <a:lnTo>
                  <a:pt x="2389689" y="701534"/>
                </a:lnTo>
                <a:lnTo>
                  <a:pt x="2433839" y="704107"/>
                </a:lnTo>
                <a:lnTo>
                  <a:pt x="2478055" y="701534"/>
                </a:lnTo>
                <a:lnTo>
                  <a:pt x="2520012" y="693817"/>
                </a:lnTo>
                <a:lnTo>
                  <a:pt x="2559710" y="680953"/>
                </a:lnTo>
                <a:lnTo>
                  <a:pt x="2597149" y="662945"/>
                </a:lnTo>
                <a:lnTo>
                  <a:pt x="2631702" y="639875"/>
                </a:lnTo>
                <a:lnTo>
                  <a:pt x="2662406" y="612161"/>
                </a:lnTo>
                <a:lnTo>
                  <a:pt x="2689262" y="579805"/>
                </a:lnTo>
                <a:lnTo>
                  <a:pt x="2691668" y="575935"/>
                </a:lnTo>
                <a:lnTo>
                  <a:pt x="2433839" y="575935"/>
                </a:lnTo>
                <a:lnTo>
                  <a:pt x="2408405" y="574325"/>
                </a:lnTo>
                <a:lnTo>
                  <a:pt x="2362558" y="561441"/>
                </a:lnTo>
                <a:lnTo>
                  <a:pt x="2323655" y="535777"/>
                </a:lnTo>
                <a:lnTo>
                  <a:pt x="2293201" y="497962"/>
                </a:lnTo>
                <a:lnTo>
                  <a:pt x="2271867" y="448182"/>
                </a:lnTo>
                <a:lnTo>
                  <a:pt x="2261159" y="386941"/>
                </a:lnTo>
                <a:lnTo>
                  <a:pt x="2259820" y="352053"/>
                </a:lnTo>
                <a:lnTo>
                  <a:pt x="2261159" y="317166"/>
                </a:lnTo>
                <a:lnTo>
                  <a:pt x="2271867" y="255925"/>
                </a:lnTo>
                <a:lnTo>
                  <a:pt x="2293201" y="206145"/>
                </a:lnTo>
                <a:lnTo>
                  <a:pt x="2323655" y="168329"/>
                </a:lnTo>
                <a:lnTo>
                  <a:pt x="2362558" y="142666"/>
                </a:lnTo>
                <a:lnTo>
                  <a:pt x="2408405" y="129782"/>
                </a:lnTo>
                <a:lnTo>
                  <a:pt x="2433839" y="128171"/>
                </a:lnTo>
                <a:lnTo>
                  <a:pt x="2691656" y="128171"/>
                </a:lnTo>
                <a:lnTo>
                  <a:pt x="2689262" y="124323"/>
                </a:lnTo>
                <a:lnTo>
                  <a:pt x="2662406" y="92029"/>
                </a:lnTo>
                <a:lnTo>
                  <a:pt x="2631702" y="64420"/>
                </a:lnTo>
                <a:lnTo>
                  <a:pt x="2597149" y="41496"/>
                </a:lnTo>
                <a:lnTo>
                  <a:pt x="2559710" y="23341"/>
                </a:lnTo>
                <a:lnTo>
                  <a:pt x="2520012" y="10374"/>
                </a:lnTo>
                <a:lnTo>
                  <a:pt x="2478055" y="2593"/>
                </a:lnTo>
                <a:lnTo>
                  <a:pt x="2433839" y="0"/>
                </a:lnTo>
                <a:close/>
              </a:path>
              <a:path w="2755265" h="704214">
                <a:moveTo>
                  <a:pt x="2691656" y="128171"/>
                </a:moveTo>
                <a:lnTo>
                  <a:pt x="2433839" y="128171"/>
                </a:lnTo>
                <a:lnTo>
                  <a:pt x="2459273" y="129782"/>
                </a:lnTo>
                <a:lnTo>
                  <a:pt x="2483033" y="134613"/>
                </a:lnTo>
                <a:lnTo>
                  <a:pt x="2525534" y="153939"/>
                </a:lnTo>
                <a:lnTo>
                  <a:pt x="2560254" y="185731"/>
                </a:lnTo>
                <a:lnTo>
                  <a:pt x="2586105" y="229571"/>
                </a:lnTo>
                <a:lnTo>
                  <a:pt x="2602420" y="285123"/>
                </a:lnTo>
                <a:lnTo>
                  <a:pt x="2607858" y="352053"/>
                </a:lnTo>
                <a:lnTo>
                  <a:pt x="2606498" y="386941"/>
                </a:lnTo>
                <a:lnTo>
                  <a:pt x="2595622" y="448182"/>
                </a:lnTo>
                <a:lnTo>
                  <a:pt x="2574288" y="497962"/>
                </a:lnTo>
                <a:lnTo>
                  <a:pt x="2544002" y="535777"/>
                </a:lnTo>
                <a:lnTo>
                  <a:pt x="2505120" y="561441"/>
                </a:lnTo>
                <a:lnTo>
                  <a:pt x="2459273" y="574325"/>
                </a:lnTo>
                <a:lnTo>
                  <a:pt x="2433839" y="575935"/>
                </a:lnTo>
                <a:lnTo>
                  <a:pt x="2691668" y="575935"/>
                </a:lnTo>
                <a:lnTo>
                  <a:pt x="2712269" y="542805"/>
                </a:lnTo>
                <a:lnTo>
                  <a:pt x="2730863" y="501392"/>
                </a:lnTo>
                <a:lnTo>
                  <a:pt x="2744145" y="455795"/>
                </a:lnTo>
                <a:lnTo>
                  <a:pt x="2752114" y="406016"/>
                </a:lnTo>
                <a:lnTo>
                  <a:pt x="2754770" y="352053"/>
                </a:lnTo>
                <a:lnTo>
                  <a:pt x="2752114" y="298091"/>
                </a:lnTo>
                <a:lnTo>
                  <a:pt x="2744145" y="248311"/>
                </a:lnTo>
                <a:lnTo>
                  <a:pt x="2730863" y="202715"/>
                </a:lnTo>
                <a:lnTo>
                  <a:pt x="2712269" y="161302"/>
                </a:lnTo>
                <a:lnTo>
                  <a:pt x="2691656" y="128171"/>
                </a:lnTo>
                <a:close/>
              </a:path>
            </a:pathLst>
          </a:custGeom>
          <a:solidFill>
            <a:srgbClr val="F8FAF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13974" y="5255860"/>
            <a:ext cx="4286885" cy="881380"/>
          </a:xfrm>
          <a:custGeom>
            <a:avLst/>
            <a:gdLst/>
            <a:ahLst/>
            <a:cxnLst/>
            <a:rect l="l" t="t" r="r" b="b"/>
            <a:pathLst>
              <a:path w="4286884" h="881379">
                <a:moveTo>
                  <a:pt x="695476" y="6596"/>
                </a:moveTo>
                <a:lnTo>
                  <a:pt x="570139" y="6596"/>
                </a:lnTo>
                <a:lnTo>
                  <a:pt x="570139" y="493806"/>
                </a:lnTo>
                <a:lnTo>
                  <a:pt x="695476" y="493806"/>
                </a:lnTo>
                <a:lnTo>
                  <a:pt x="695476" y="298734"/>
                </a:lnTo>
                <a:lnTo>
                  <a:pt x="661550" y="298734"/>
                </a:lnTo>
                <a:lnTo>
                  <a:pt x="661550" y="196957"/>
                </a:lnTo>
                <a:lnTo>
                  <a:pt x="695476" y="196957"/>
                </a:lnTo>
                <a:lnTo>
                  <a:pt x="695476" y="6596"/>
                </a:lnTo>
                <a:close/>
              </a:path>
              <a:path w="4286884" h="881379">
                <a:moveTo>
                  <a:pt x="695476" y="196957"/>
                </a:moveTo>
                <a:lnTo>
                  <a:pt x="661550" y="196957"/>
                </a:lnTo>
                <a:lnTo>
                  <a:pt x="661550" y="298734"/>
                </a:lnTo>
                <a:lnTo>
                  <a:pt x="695476" y="298734"/>
                </a:lnTo>
                <a:lnTo>
                  <a:pt x="695476" y="196957"/>
                </a:lnTo>
                <a:close/>
              </a:path>
              <a:path w="4286884" h="881379">
                <a:moveTo>
                  <a:pt x="811388" y="196957"/>
                </a:moveTo>
                <a:lnTo>
                  <a:pt x="695476" y="196957"/>
                </a:lnTo>
                <a:lnTo>
                  <a:pt x="695476" y="298734"/>
                </a:lnTo>
                <a:lnTo>
                  <a:pt x="811388" y="298734"/>
                </a:lnTo>
                <a:lnTo>
                  <a:pt x="811388" y="196957"/>
                </a:lnTo>
                <a:close/>
              </a:path>
              <a:path w="4286884" h="881379">
                <a:moveTo>
                  <a:pt x="394857" y="56542"/>
                </a:moveTo>
                <a:lnTo>
                  <a:pt x="320409" y="56542"/>
                </a:lnTo>
                <a:lnTo>
                  <a:pt x="320409" y="119682"/>
                </a:lnTo>
                <a:lnTo>
                  <a:pt x="318170" y="151723"/>
                </a:lnTo>
                <a:lnTo>
                  <a:pt x="300265" y="212977"/>
                </a:lnTo>
                <a:lnTo>
                  <a:pt x="264514" y="270109"/>
                </a:lnTo>
                <a:lnTo>
                  <a:pt x="211269" y="320998"/>
                </a:lnTo>
                <a:lnTo>
                  <a:pt x="178109" y="343968"/>
                </a:lnTo>
                <a:lnTo>
                  <a:pt x="140473" y="365054"/>
                </a:lnTo>
                <a:lnTo>
                  <a:pt x="98243" y="384019"/>
                </a:lnTo>
                <a:lnTo>
                  <a:pt x="51418" y="400864"/>
                </a:lnTo>
                <a:lnTo>
                  <a:pt x="0" y="415589"/>
                </a:lnTo>
                <a:lnTo>
                  <a:pt x="49003" y="513596"/>
                </a:lnTo>
                <a:lnTo>
                  <a:pt x="99439" y="498895"/>
                </a:lnTo>
                <a:lnTo>
                  <a:pt x="146709" y="481932"/>
                </a:lnTo>
                <a:lnTo>
                  <a:pt x="190813" y="462708"/>
                </a:lnTo>
                <a:lnTo>
                  <a:pt x="231750" y="441222"/>
                </a:lnTo>
                <a:lnTo>
                  <a:pt x="269520" y="417474"/>
                </a:lnTo>
                <a:lnTo>
                  <a:pt x="311986" y="384196"/>
                </a:lnTo>
                <a:lnTo>
                  <a:pt x="348916" y="347502"/>
                </a:lnTo>
                <a:lnTo>
                  <a:pt x="380309" y="307392"/>
                </a:lnTo>
                <a:lnTo>
                  <a:pt x="406165" y="263866"/>
                </a:lnTo>
                <a:lnTo>
                  <a:pt x="426780" y="216629"/>
                </a:lnTo>
                <a:lnTo>
                  <a:pt x="441504" y="166330"/>
                </a:lnTo>
                <a:lnTo>
                  <a:pt x="443143" y="156435"/>
                </a:lnTo>
                <a:lnTo>
                  <a:pt x="394857" y="156435"/>
                </a:lnTo>
                <a:lnTo>
                  <a:pt x="394857" y="56542"/>
                </a:lnTo>
                <a:close/>
              </a:path>
              <a:path w="4286884" h="881379">
                <a:moveTo>
                  <a:pt x="320409" y="56542"/>
                </a:moveTo>
                <a:lnTo>
                  <a:pt x="41464" y="56542"/>
                </a:lnTo>
                <a:lnTo>
                  <a:pt x="41464" y="156435"/>
                </a:lnTo>
                <a:lnTo>
                  <a:pt x="317153" y="156435"/>
                </a:lnTo>
                <a:lnTo>
                  <a:pt x="318170" y="151723"/>
                </a:lnTo>
                <a:lnTo>
                  <a:pt x="320409" y="119682"/>
                </a:lnTo>
                <a:lnTo>
                  <a:pt x="320409" y="56542"/>
                </a:lnTo>
                <a:close/>
              </a:path>
              <a:path w="4286884" h="881379">
                <a:moveTo>
                  <a:pt x="453284" y="56542"/>
                </a:moveTo>
                <a:lnTo>
                  <a:pt x="394857" y="56542"/>
                </a:lnTo>
                <a:lnTo>
                  <a:pt x="394857" y="156435"/>
                </a:lnTo>
                <a:lnTo>
                  <a:pt x="443143" y="156435"/>
                </a:lnTo>
                <a:lnTo>
                  <a:pt x="450339" y="112967"/>
                </a:lnTo>
                <a:lnTo>
                  <a:pt x="453284" y="56542"/>
                </a:lnTo>
                <a:close/>
              </a:path>
              <a:path w="4286884" h="881379">
                <a:moveTo>
                  <a:pt x="695476" y="527732"/>
                </a:moveTo>
                <a:lnTo>
                  <a:pt x="130048" y="527732"/>
                </a:lnTo>
                <a:lnTo>
                  <a:pt x="130048" y="870758"/>
                </a:lnTo>
                <a:lnTo>
                  <a:pt x="695476" y="870758"/>
                </a:lnTo>
                <a:lnTo>
                  <a:pt x="695476" y="771809"/>
                </a:lnTo>
                <a:lnTo>
                  <a:pt x="253500" y="771809"/>
                </a:lnTo>
                <a:lnTo>
                  <a:pt x="253500" y="626682"/>
                </a:lnTo>
                <a:lnTo>
                  <a:pt x="695476" y="626682"/>
                </a:lnTo>
                <a:lnTo>
                  <a:pt x="695476" y="527732"/>
                </a:lnTo>
                <a:close/>
              </a:path>
              <a:path w="4286884" h="881379">
                <a:moveTo>
                  <a:pt x="695476" y="626682"/>
                </a:moveTo>
                <a:lnTo>
                  <a:pt x="572966" y="626682"/>
                </a:lnTo>
                <a:lnTo>
                  <a:pt x="572966" y="771809"/>
                </a:lnTo>
                <a:lnTo>
                  <a:pt x="695476" y="771809"/>
                </a:lnTo>
                <a:lnTo>
                  <a:pt x="695476" y="626682"/>
                </a:lnTo>
                <a:close/>
              </a:path>
              <a:path w="4286884" h="881379">
                <a:moveTo>
                  <a:pt x="1096856" y="74447"/>
                </a:moveTo>
                <a:lnTo>
                  <a:pt x="1072354" y="74447"/>
                </a:lnTo>
                <a:lnTo>
                  <a:pt x="1072354" y="200726"/>
                </a:lnTo>
                <a:lnTo>
                  <a:pt x="1071556" y="230294"/>
                </a:lnTo>
                <a:lnTo>
                  <a:pt x="1064933" y="292078"/>
                </a:lnTo>
                <a:lnTo>
                  <a:pt x="1052152" y="351625"/>
                </a:lnTo>
                <a:lnTo>
                  <a:pt x="1032833" y="408168"/>
                </a:lnTo>
                <a:lnTo>
                  <a:pt x="1006446" y="461530"/>
                </a:lnTo>
                <a:lnTo>
                  <a:pt x="972992" y="509591"/>
                </a:lnTo>
                <a:lnTo>
                  <a:pt x="932823" y="551645"/>
                </a:lnTo>
                <a:lnTo>
                  <a:pt x="885233" y="585571"/>
                </a:lnTo>
                <a:lnTo>
                  <a:pt x="858434" y="599353"/>
                </a:lnTo>
                <a:lnTo>
                  <a:pt x="933824" y="700188"/>
                </a:lnTo>
                <a:lnTo>
                  <a:pt x="991074" y="664848"/>
                </a:lnTo>
                <a:lnTo>
                  <a:pt x="1040313" y="619143"/>
                </a:lnTo>
                <a:lnTo>
                  <a:pt x="1081542" y="563778"/>
                </a:lnTo>
                <a:lnTo>
                  <a:pt x="1114761" y="501346"/>
                </a:lnTo>
                <a:lnTo>
                  <a:pt x="1135371" y="448815"/>
                </a:lnTo>
                <a:lnTo>
                  <a:pt x="1127483" y="424777"/>
                </a:lnTo>
                <a:lnTo>
                  <a:pt x="1117942" y="389615"/>
                </a:lnTo>
                <a:lnTo>
                  <a:pt x="1110049" y="353392"/>
                </a:lnTo>
                <a:lnTo>
                  <a:pt x="1104277" y="315932"/>
                </a:lnTo>
                <a:lnTo>
                  <a:pt x="1100154" y="278001"/>
                </a:lnTo>
                <a:lnTo>
                  <a:pt x="1097771" y="241013"/>
                </a:lnTo>
                <a:lnTo>
                  <a:pt x="1097680" y="239600"/>
                </a:lnTo>
                <a:lnTo>
                  <a:pt x="1096856" y="200726"/>
                </a:lnTo>
                <a:lnTo>
                  <a:pt x="1096856" y="74447"/>
                </a:lnTo>
                <a:close/>
              </a:path>
              <a:path w="4286884" h="881379">
                <a:moveTo>
                  <a:pt x="1197691" y="74447"/>
                </a:moveTo>
                <a:lnTo>
                  <a:pt x="1173189" y="74447"/>
                </a:lnTo>
                <a:lnTo>
                  <a:pt x="1173189" y="200726"/>
                </a:lnTo>
                <a:lnTo>
                  <a:pt x="1172336" y="239600"/>
                </a:lnTo>
                <a:lnTo>
                  <a:pt x="1169655" y="280829"/>
                </a:lnTo>
                <a:lnTo>
                  <a:pt x="1165237" y="320173"/>
                </a:lnTo>
                <a:lnTo>
                  <a:pt x="1159053" y="359046"/>
                </a:lnTo>
                <a:lnTo>
                  <a:pt x="1150984" y="396565"/>
                </a:lnTo>
                <a:lnTo>
                  <a:pt x="1135371" y="448815"/>
                </a:lnTo>
                <a:lnTo>
                  <a:pt x="1138674" y="458880"/>
                </a:lnTo>
                <a:lnTo>
                  <a:pt x="1166121" y="523079"/>
                </a:lnTo>
                <a:lnTo>
                  <a:pt x="1200989" y="580093"/>
                </a:lnTo>
                <a:lnTo>
                  <a:pt x="1243867" y="629274"/>
                </a:lnTo>
                <a:lnTo>
                  <a:pt x="1294756" y="668853"/>
                </a:lnTo>
                <a:lnTo>
                  <a:pt x="1323027" y="685110"/>
                </a:lnTo>
                <a:lnTo>
                  <a:pt x="1399360" y="585217"/>
                </a:lnTo>
                <a:lnTo>
                  <a:pt x="1373915" y="571140"/>
                </a:lnTo>
                <a:lnTo>
                  <a:pt x="1350356" y="555297"/>
                </a:lnTo>
                <a:lnTo>
                  <a:pt x="1308891" y="518308"/>
                </a:lnTo>
                <a:lnTo>
                  <a:pt x="1274259" y="475194"/>
                </a:lnTo>
                <a:lnTo>
                  <a:pt x="1245752" y="426897"/>
                </a:lnTo>
                <a:lnTo>
                  <a:pt x="1224313" y="373653"/>
                </a:lnTo>
                <a:lnTo>
                  <a:pt x="1208999" y="317581"/>
                </a:lnTo>
                <a:lnTo>
                  <a:pt x="1200518" y="259625"/>
                </a:lnTo>
                <a:lnTo>
                  <a:pt x="1198470" y="231295"/>
                </a:lnTo>
                <a:lnTo>
                  <a:pt x="1198397" y="230294"/>
                </a:lnTo>
                <a:lnTo>
                  <a:pt x="1197691" y="200726"/>
                </a:lnTo>
                <a:lnTo>
                  <a:pt x="1197691" y="74447"/>
                </a:lnTo>
                <a:close/>
              </a:path>
              <a:path w="4286884" h="881379">
                <a:moveTo>
                  <a:pt x="1173189" y="74447"/>
                </a:moveTo>
                <a:lnTo>
                  <a:pt x="1096856" y="74447"/>
                </a:lnTo>
                <a:lnTo>
                  <a:pt x="1096856" y="200726"/>
                </a:lnTo>
                <a:lnTo>
                  <a:pt x="1097680" y="239600"/>
                </a:lnTo>
                <a:lnTo>
                  <a:pt x="1100154" y="278001"/>
                </a:lnTo>
                <a:lnTo>
                  <a:pt x="1104277" y="315932"/>
                </a:lnTo>
                <a:lnTo>
                  <a:pt x="1117942" y="389615"/>
                </a:lnTo>
                <a:lnTo>
                  <a:pt x="1135371" y="448815"/>
                </a:lnTo>
                <a:lnTo>
                  <a:pt x="1140912" y="432787"/>
                </a:lnTo>
                <a:lnTo>
                  <a:pt x="1159053" y="359046"/>
                </a:lnTo>
                <a:lnTo>
                  <a:pt x="1165237" y="320173"/>
                </a:lnTo>
                <a:lnTo>
                  <a:pt x="1169655" y="280829"/>
                </a:lnTo>
                <a:lnTo>
                  <a:pt x="1172305" y="241013"/>
                </a:lnTo>
                <a:lnTo>
                  <a:pt x="1173189" y="200726"/>
                </a:lnTo>
                <a:lnTo>
                  <a:pt x="1173189" y="74447"/>
                </a:lnTo>
                <a:close/>
              </a:path>
              <a:path w="4286884" h="881379">
                <a:moveTo>
                  <a:pt x="1559564" y="7539"/>
                </a:moveTo>
                <a:lnTo>
                  <a:pt x="1433285" y="7539"/>
                </a:lnTo>
                <a:lnTo>
                  <a:pt x="1433285" y="880182"/>
                </a:lnTo>
                <a:lnTo>
                  <a:pt x="1559564" y="880182"/>
                </a:lnTo>
                <a:lnTo>
                  <a:pt x="1559564" y="446687"/>
                </a:lnTo>
                <a:lnTo>
                  <a:pt x="1532235" y="446687"/>
                </a:lnTo>
                <a:lnTo>
                  <a:pt x="1532235" y="343026"/>
                </a:lnTo>
                <a:lnTo>
                  <a:pt x="1559564" y="343026"/>
                </a:lnTo>
                <a:lnTo>
                  <a:pt x="1559564" y="7539"/>
                </a:lnTo>
                <a:close/>
              </a:path>
              <a:path w="4286884" h="881379">
                <a:moveTo>
                  <a:pt x="1559564" y="343026"/>
                </a:moveTo>
                <a:lnTo>
                  <a:pt x="1532235" y="343026"/>
                </a:lnTo>
                <a:lnTo>
                  <a:pt x="1532235" y="446687"/>
                </a:lnTo>
                <a:lnTo>
                  <a:pt x="1559564" y="446687"/>
                </a:lnTo>
                <a:lnTo>
                  <a:pt x="1559564" y="343026"/>
                </a:lnTo>
                <a:close/>
              </a:path>
              <a:path w="4286884" h="881379">
                <a:moveTo>
                  <a:pt x="1685843" y="343026"/>
                </a:moveTo>
                <a:lnTo>
                  <a:pt x="1559564" y="343026"/>
                </a:lnTo>
                <a:lnTo>
                  <a:pt x="1559564" y="446687"/>
                </a:lnTo>
                <a:lnTo>
                  <a:pt x="1685843" y="446687"/>
                </a:lnTo>
                <a:lnTo>
                  <a:pt x="1685843" y="343026"/>
                </a:lnTo>
                <a:close/>
              </a:path>
              <a:path w="4286884" h="881379">
                <a:moveTo>
                  <a:pt x="2429307" y="7539"/>
                </a:moveTo>
                <a:lnTo>
                  <a:pt x="2303971" y="7539"/>
                </a:lnTo>
                <a:lnTo>
                  <a:pt x="2303971" y="518308"/>
                </a:lnTo>
                <a:lnTo>
                  <a:pt x="2429307" y="518308"/>
                </a:lnTo>
                <a:lnTo>
                  <a:pt x="2429307" y="319466"/>
                </a:lnTo>
                <a:lnTo>
                  <a:pt x="2380303" y="319466"/>
                </a:lnTo>
                <a:lnTo>
                  <a:pt x="2380303" y="216747"/>
                </a:lnTo>
                <a:lnTo>
                  <a:pt x="2429307" y="216747"/>
                </a:lnTo>
                <a:lnTo>
                  <a:pt x="2429307" y="7539"/>
                </a:lnTo>
                <a:close/>
              </a:path>
              <a:path w="4286884" h="881379">
                <a:moveTo>
                  <a:pt x="2429307" y="216747"/>
                </a:moveTo>
                <a:lnTo>
                  <a:pt x="2380303" y="216747"/>
                </a:lnTo>
                <a:lnTo>
                  <a:pt x="2380303" y="319466"/>
                </a:lnTo>
                <a:lnTo>
                  <a:pt x="2429307" y="319466"/>
                </a:lnTo>
                <a:lnTo>
                  <a:pt x="2429307" y="216747"/>
                </a:lnTo>
                <a:close/>
              </a:path>
              <a:path w="4286884" h="881379">
                <a:moveTo>
                  <a:pt x="2545220" y="216747"/>
                </a:moveTo>
                <a:lnTo>
                  <a:pt x="2429307" y="216747"/>
                </a:lnTo>
                <a:lnTo>
                  <a:pt x="2429307" y="319466"/>
                </a:lnTo>
                <a:lnTo>
                  <a:pt x="2545220" y="319466"/>
                </a:lnTo>
                <a:lnTo>
                  <a:pt x="2545220" y="216747"/>
                </a:lnTo>
                <a:close/>
              </a:path>
              <a:path w="4286884" h="881379">
                <a:moveTo>
                  <a:pt x="1986389" y="552234"/>
                </a:moveTo>
                <a:lnTo>
                  <a:pt x="1861994" y="552234"/>
                </a:lnTo>
                <a:lnTo>
                  <a:pt x="1861994" y="870758"/>
                </a:lnTo>
                <a:lnTo>
                  <a:pt x="2429307" y="870758"/>
                </a:lnTo>
                <a:lnTo>
                  <a:pt x="2429307" y="772751"/>
                </a:lnTo>
                <a:lnTo>
                  <a:pt x="1986389" y="772751"/>
                </a:lnTo>
                <a:lnTo>
                  <a:pt x="1986389" y="711496"/>
                </a:lnTo>
                <a:lnTo>
                  <a:pt x="2429307" y="711496"/>
                </a:lnTo>
                <a:lnTo>
                  <a:pt x="2429307" y="617258"/>
                </a:lnTo>
                <a:lnTo>
                  <a:pt x="1986389" y="617258"/>
                </a:lnTo>
                <a:lnTo>
                  <a:pt x="1986389" y="552234"/>
                </a:lnTo>
                <a:close/>
              </a:path>
              <a:path w="4286884" h="881379">
                <a:moveTo>
                  <a:pt x="2429307" y="711496"/>
                </a:moveTo>
                <a:lnTo>
                  <a:pt x="2305855" y="711496"/>
                </a:lnTo>
                <a:lnTo>
                  <a:pt x="2305855" y="772751"/>
                </a:lnTo>
                <a:lnTo>
                  <a:pt x="2429307" y="772751"/>
                </a:lnTo>
                <a:lnTo>
                  <a:pt x="2429307" y="711496"/>
                </a:lnTo>
                <a:close/>
              </a:path>
              <a:path w="4286884" h="881379">
                <a:moveTo>
                  <a:pt x="2429307" y="552234"/>
                </a:moveTo>
                <a:lnTo>
                  <a:pt x="2305855" y="552234"/>
                </a:lnTo>
                <a:lnTo>
                  <a:pt x="2305855" y="617258"/>
                </a:lnTo>
                <a:lnTo>
                  <a:pt x="2429307" y="617258"/>
                </a:lnTo>
                <a:lnTo>
                  <a:pt x="2429307" y="552234"/>
                </a:lnTo>
                <a:close/>
              </a:path>
              <a:path w="4286884" h="881379">
                <a:moveTo>
                  <a:pt x="1937385" y="82929"/>
                </a:moveTo>
                <a:lnTo>
                  <a:pt x="1743255" y="82929"/>
                </a:lnTo>
                <a:lnTo>
                  <a:pt x="1743255" y="181879"/>
                </a:lnTo>
                <a:lnTo>
                  <a:pt x="2255909" y="181879"/>
                </a:lnTo>
                <a:lnTo>
                  <a:pt x="2255909" y="137587"/>
                </a:lnTo>
                <a:lnTo>
                  <a:pt x="1937385" y="137587"/>
                </a:lnTo>
                <a:lnTo>
                  <a:pt x="1937385" y="82929"/>
                </a:lnTo>
                <a:close/>
              </a:path>
              <a:path w="4286884" h="881379">
                <a:moveTo>
                  <a:pt x="2061779" y="0"/>
                </a:moveTo>
                <a:lnTo>
                  <a:pt x="1937385" y="0"/>
                </a:lnTo>
                <a:lnTo>
                  <a:pt x="1937385" y="137587"/>
                </a:lnTo>
                <a:lnTo>
                  <a:pt x="2061779" y="137587"/>
                </a:lnTo>
                <a:lnTo>
                  <a:pt x="2061779" y="0"/>
                </a:lnTo>
                <a:close/>
              </a:path>
              <a:path w="4286884" h="881379">
                <a:moveTo>
                  <a:pt x="2255909" y="82929"/>
                </a:moveTo>
                <a:lnTo>
                  <a:pt x="2061779" y="82929"/>
                </a:lnTo>
                <a:lnTo>
                  <a:pt x="2061779" y="137587"/>
                </a:lnTo>
                <a:lnTo>
                  <a:pt x="2255909" y="137587"/>
                </a:lnTo>
                <a:lnTo>
                  <a:pt x="2255909" y="82929"/>
                </a:lnTo>
                <a:close/>
              </a:path>
              <a:path w="4286884" h="881379">
                <a:moveTo>
                  <a:pt x="1999582" y="204496"/>
                </a:moveTo>
                <a:lnTo>
                  <a:pt x="1939976" y="209443"/>
                </a:lnTo>
                <a:lnTo>
                  <a:pt x="1887439" y="224286"/>
                </a:lnTo>
                <a:lnTo>
                  <a:pt x="1844560" y="247139"/>
                </a:lnTo>
                <a:lnTo>
                  <a:pt x="1812048" y="278002"/>
                </a:lnTo>
                <a:lnTo>
                  <a:pt x="1791552" y="315697"/>
                </a:lnTo>
                <a:lnTo>
                  <a:pt x="1784719" y="359046"/>
                </a:lnTo>
                <a:lnTo>
                  <a:pt x="1786427" y="381428"/>
                </a:lnTo>
                <a:lnTo>
                  <a:pt x="1800092" y="421950"/>
                </a:lnTo>
                <a:lnTo>
                  <a:pt x="1827009" y="456582"/>
                </a:lnTo>
                <a:lnTo>
                  <a:pt x="1864704" y="483911"/>
                </a:lnTo>
                <a:lnTo>
                  <a:pt x="1912824" y="502995"/>
                </a:lnTo>
                <a:lnTo>
                  <a:pt x="1968896" y="512418"/>
                </a:lnTo>
                <a:lnTo>
                  <a:pt x="1999582" y="513596"/>
                </a:lnTo>
                <a:lnTo>
                  <a:pt x="2030622" y="512418"/>
                </a:lnTo>
                <a:lnTo>
                  <a:pt x="2086693" y="502995"/>
                </a:lnTo>
                <a:lnTo>
                  <a:pt x="2134460" y="483911"/>
                </a:lnTo>
                <a:lnTo>
                  <a:pt x="2172155" y="456582"/>
                </a:lnTo>
                <a:lnTo>
                  <a:pt x="2198296" y="423128"/>
                </a:lnTo>
                <a:lnTo>
                  <a:pt x="1999582" y="423128"/>
                </a:lnTo>
                <a:lnTo>
                  <a:pt x="1979792" y="422127"/>
                </a:lnTo>
                <a:lnTo>
                  <a:pt x="1931731" y="407108"/>
                </a:lnTo>
                <a:lnTo>
                  <a:pt x="1906993" y="373712"/>
                </a:lnTo>
                <a:lnTo>
                  <a:pt x="1905344" y="359046"/>
                </a:lnTo>
                <a:lnTo>
                  <a:pt x="1906993" y="344852"/>
                </a:lnTo>
                <a:lnTo>
                  <a:pt x="1931731" y="312870"/>
                </a:lnTo>
                <a:lnTo>
                  <a:pt x="1979792" y="296967"/>
                </a:lnTo>
                <a:lnTo>
                  <a:pt x="1999582" y="295907"/>
                </a:lnTo>
                <a:lnTo>
                  <a:pt x="2198917" y="295907"/>
                </a:lnTo>
                <a:lnTo>
                  <a:pt x="2187116" y="278002"/>
                </a:lnTo>
                <a:lnTo>
                  <a:pt x="2154603" y="247139"/>
                </a:lnTo>
                <a:lnTo>
                  <a:pt x="2111725" y="224286"/>
                </a:lnTo>
                <a:lnTo>
                  <a:pt x="2059659" y="209443"/>
                </a:lnTo>
                <a:lnTo>
                  <a:pt x="2030622" y="205733"/>
                </a:lnTo>
                <a:lnTo>
                  <a:pt x="1999582" y="204496"/>
                </a:lnTo>
                <a:close/>
              </a:path>
              <a:path w="4286884" h="881379">
                <a:moveTo>
                  <a:pt x="2198917" y="295907"/>
                </a:moveTo>
                <a:lnTo>
                  <a:pt x="1999582" y="295907"/>
                </a:lnTo>
                <a:lnTo>
                  <a:pt x="2019725" y="296967"/>
                </a:lnTo>
                <a:lnTo>
                  <a:pt x="2037748" y="300147"/>
                </a:lnTo>
                <a:lnTo>
                  <a:pt x="2078977" y="321763"/>
                </a:lnTo>
                <a:lnTo>
                  <a:pt x="2093820" y="359046"/>
                </a:lnTo>
                <a:lnTo>
                  <a:pt x="2092171" y="373712"/>
                </a:lnTo>
                <a:lnTo>
                  <a:pt x="2067433" y="407108"/>
                </a:lnTo>
                <a:lnTo>
                  <a:pt x="2019725" y="422127"/>
                </a:lnTo>
                <a:lnTo>
                  <a:pt x="1999582" y="423128"/>
                </a:lnTo>
                <a:lnTo>
                  <a:pt x="2198296" y="423128"/>
                </a:lnTo>
                <a:lnTo>
                  <a:pt x="2198956" y="422127"/>
                </a:lnTo>
                <a:lnTo>
                  <a:pt x="2199072" y="421950"/>
                </a:lnTo>
                <a:lnTo>
                  <a:pt x="2207612" y="402396"/>
                </a:lnTo>
                <a:lnTo>
                  <a:pt x="2212736" y="381428"/>
                </a:lnTo>
                <a:lnTo>
                  <a:pt x="2214445" y="359046"/>
                </a:lnTo>
                <a:lnTo>
                  <a:pt x="2212736" y="336665"/>
                </a:lnTo>
                <a:lnTo>
                  <a:pt x="2207612" y="315697"/>
                </a:lnTo>
                <a:lnTo>
                  <a:pt x="2199072" y="296142"/>
                </a:lnTo>
                <a:lnTo>
                  <a:pt x="2198917" y="295907"/>
                </a:lnTo>
                <a:close/>
              </a:path>
              <a:path w="4286884" h="881379">
                <a:moveTo>
                  <a:pt x="3338630" y="6596"/>
                </a:moveTo>
                <a:lnTo>
                  <a:pt x="3214236" y="6596"/>
                </a:lnTo>
                <a:lnTo>
                  <a:pt x="3214236" y="879240"/>
                </a:lnTo>
                <a:lnTo>
                  <a:pt x="3338630" y="879240"/>
                </a:lnTo>
                <a:lnTo>
                  <a:pt x="3338630" y="6596"/>
                </a:lnTo>
                <a:close/>
              </a:path>
              <a:path w="4286884" h="881379">
                <a:moveTo>
                  <a:pt x="2780741" y="89526"/>
                </a:moveTo>
                <a:lnTo>
                  <a:pt x="2655405" y="89526"/>
                </a:lnTo>
                <a:lnTo>
                  <a:pt x="2655405" y="664377"/>
                </a:lnTo>
                <a:lnTo>
                  <a:pt x="2732680" y="664377"/>
                </a:lnTo>
                <a:lnTo>
                  <a:pt x="2783097" y="663906"/>
                </a:lnTo>
                <a:lnTo>
                  <a:pt x="2834457" y="662492"/>
                </a:lnTo>
                <a:lnTo>
                  <a:pt x="2886759" y="660137"/>
                </a:lnTo>
                <a:lnTo>
                  <a:pt x="2940003" y="656838"/>
                </a:lnTo>
                <a:lnTo>
                  <a:pt x="2994367" y="651655"/>
                </a:lnTo>
                <a:lnTo>
                  <a:pt x="3049084" y="644587"/>
                </a:lnTo>
                <a:lnTo>
                  <a:pt x="3104154" y="635635"/>
                </a:lnTo>
                <a:lnTo>
                  <a:pt x="3121022" y="632336"/>
                </a:lnTo>
                <a:lnTo>
                  <a:pt x="2780741" y="632336"/>
                </a:lnTo>
                <a:lnTo>
                  <a:pt x="2780741" y="557888"/>
                </a:lnTo>
                <a:lnTo>
                  <a:pt x="2732680" y="557888"/>
                </a:lnTo>
                <a:lnTo>
                  <a:pt x="2780741" y="557422"/>
                </a:lnTo>
                <a:lnTo>
                  <a:pt x="2780741" y="89526"/>
                </a:lnTo>
                <a:close/>
              </a:path>
              <a:path w="4286884" h="881379">
                <a:moveTo>
                  <a:pt x="3146384" y="520193"/>
                </a:moveTo>
                <a:lnTo>
                  <a:pt x="3092433" y="530206"/>
                </a:lnTo>
                <a:lnTo>
                  <a:pt x="3038953" y="538570"/>
                </a:lnTo>
                <a:lnTo>
                  <a:pt x="2985944" y="545284"/>
                </a:lnTo>
                <a:lnTo>
                  <a:pt x="2933407" y="550349"/>
                </a:lnTo>
                <a:lnTo>
                  <a:pt x="2881635" y="553648"/>
                </a:lnTo>
                <a:lnTo>
                  <a:pt x="2830923" y="556004"/>
                </a:lnTo>
                <a:lnTo>
                  <a:pt x="2781091" y="557422"/>
                </a:lnTo>
                <a:lnTo>
                  <a:pt x="2780741" y="557422"/>
                </a:lnTo>
                <a:lnTo>
                  <a:pt x="2780741" y="632336"/>
                </a:lnTo>
                <a:lnTo>
                  <a:pt x="3121022" y="632336"/>
                </a:lnTo>
                <a:lnTo>
                  <a:pt x="3159578" y="624797"/>
                </a:lnTo>
                <a:lnTo>
                  <a:pt x="3146384" y="520193"/>
                </a:lnTo>
                <a:close/>
              </a:path>
              <a:path w="4286884" h="881379">
                <a:moveTo>
                  <a:pt x="2780741" y="557422"/>
                </a:moveTo>
                <a:lnTo>
                  <a:pt x="2732680" y="557888"/>
                </a:lnTo>
                <a:lnTo>
                  <a:pt x="2780741" y="557888"/>
                </a:lnTo>
                <a:lnTo>
                  <a:pt x="2780741" y="557422"/>
                </a:lnTo>
                <a:close/>
              </a:path>
              <a:path w="4286884" h="881379">
                <a:moveTo>
                  <a:pt x="4160311" y="5654"/>
                </a:moveTo>
                <a:lnTo>
                  <a:pt x="4034032" y="5654"/>
                </a:lnTo>
                <a:lnTo>
                  <a:pt x="4034032" y="881125"/>
                </a:lnTo>
                <a:lnTo>
                  <a:pt x="4160311" y="881125"/>
                </a:lnTo>
                <a:lnTo>
                  <a:pt x="4160311" y="432552"/>
                </a:lnTo>
                <a:lnTo>
                  <a:pt x="4132982" y="432552"/>
                </a:lnTo>
                <a:lnTo>
                  <a:pt x="4132982" y="328890"/>
                </a:lnTo>
                <a:lnTo>
                  <a:pt x="4160311" y="328890"/>
                </a:lnTo>
                <a:lnTo>
                  <a:pt x="4160311" y="5654"/>
                </a:lnTo>
                <a:close/>
              </a:path>
              <a:path w="4286884" h="881379">
                <a:moveTo>
                  <a:pt x="4160311" y="328890"/>
                </a:moveTo>
                <a:lnTo>
                  <a:pt x="4132982" y="328890"/>
                </a:lnTo>
                <a:lnTo>
                  <a:pt x="4132982" y="432552"/>
                </a:lnTo>
                <a:lnTo>
                  <a:pt x="4160311" y="432552"/>
                </a:lnTo>
                <a:lnTo>
                  <a:pt x="4160311" y="328890"/>
                </a:lnTo>
                <a:close/>
              </a:path>
              <a:path w="4286884" h="881379">
                <a:moveTo>
                  <a:pt x="4286590" y="328890"/>
                </a:moveTo>
                <a:lnTo>
                  <a:pt x="4160311" y="328890"/>
                </a:lnTo>
                <a:lnTo>
                  <a:pt x="4160311" y="432552"/>
                </a:lnTo>
                <a:lnTo>
                  <a:pt x="4286590" y="432552"/>
                </a:lnTo>
                <a:lnTo>
                  <a:pt x="4286590" y="328890"/>
                </a:lnTo>
                <a:close/>
              </a:path>
              <a:path w="4286884" h="881379">
                <a:moveTo>
                  <a:pt x="3917177" y="86698"/>
                </a:moveTo>
                <a:lnTo>
                  <a:pt x="3510069" y="86698"/>
                </a:lnTo>
                <a:lnTo>
                  <a:pt x="3510069" y="671916"/>
                </a:lnTo>
                <a:lnTo>
                  <a:pt x="3609019" y="671916"/>
                </a:lnTo>
                <a:lnTo>
                  <a:pt x="3692773" y="670856"/>
                </a:lnTo>
                <a:lnTo>
                  <a:pt x="3760036" y="668795"/>
                </a:lnTo>
                <a:lnTo>
                  <a:pt x="3825060" y="664554"/>
                </a:lnTo>
                <a:lnTo>
                  <a:pt x="3889024" y="657957"/>
                </a:lnTo>
                <a:lnTo>
                  <a:pt x="3954048" y="649005"/>
                </a:lnTo>
                <a:lnTo>
                  <a:pt x="3986913" y="643645"/>
                </a:lnTo>
                <a:lnTo>
                  <a:pt x="3983795" y="617258"/>
                </a:lnTo>
                <a:lnTo>
                  <a:pt x="3635406" y="617258"/>
                </a:lnTo>
                <a:lnTo>
                  <a:pt x="3635406" y="568254"/>
                </a:lnTo>
                <a:lnTo>
                  <a:pt x="3608391" y="568254"/>
                </a:lnTo>
                <a:lnTo>
                  <a:pt x="3635406" y="567985"/>
                </a:lnTo>
                <a:lnTo>
                  <a:pt x="3635406" y="187533"/>
                </a:lnTo>
                <a:lnTo>
                  <a:pt x="3917177" y="187533"/>
                </a:lnTo>
                <a:lnTo>
                  <a:pt x="3917177" y="86698"/>
                </a:lnTo>
                <a:close/>
              </a:path>
              <a:path w="4286884" h="881379">
                <a:moveTo>
                  <a:pt x="3974662" y="539983"/>
                </a:moveTo>
                <a:lnTo>
                  <a:pt x="3911287" y="550114"/>
                </a:lnTo>
                <a:lnTo>
                  <a:pt x="3849326" y="557888"/>
                </a:lnTo>
                <a:lnTo>
                  <a:pt x="3787129" y="562836"/>
                </a:lnTo>
                <a:lnTo>
                  <a:pt x="3723047" y="566370"/>
                </a:lnTo>
                <a:lnTo>
                  <a:pt x="3635406" y="567985"/>
                </a:lnTo>
                <a:lnTo>
                  <a:pt x="3635406" y="617258"/>
                </a:lnTo>
                <a:lnTo>
                  <a:pt x="3983795" y="617258"/>
                </a:lnTo>
                <a:lnTo>
                  <a:pt x="3974662" y="539983"/>
                </a:lnTo>
                <a:close/>
              </a:path>
              <a:path w="4286884" h="881379">
                <a:moveTo>
                  <a:pt x="3635406" y="567985"/>
                </a:moveTo>
                <a:lnTo>
                  <a:pt x="3608391" y="568254"/>
                </a:lnTo>
                <a:lnTo>
                  <a:pt x="3635406" y="568254"/>
                </a:lnTo>
                <a:lnTo>
                  <a:pt x="3635406" y="567985"/>
                </a:lnTo>
                <a:close/>
              </a:path>
            </a:pathLst>
          </a:custGeom>
          <a:solidFill>
            <a:srgbClr val="F8FAF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0</Words>
  <Application>Microsoft Office PowerPoint</Application>
  <PresentationFormat>사용자 지정</PresentationFormat>
  <Paragraphs>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(1)</dc:title>
  <dc:creator>KDT51</dc:creator>
  <cp:lastModifiedBy>경주 조</cp:lastModifiedBy>
  <cp:revision>2</cp:revision>
  <dcterms:created xsi:type="dcterms:W3CDTF">2026-02-27T01:16:14Z</dcterms:created>
  <dcterms:modified xsi:type="dcterms:W3CDTF">2026-02-27T03:23:06Z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2026-02-27T00:00:00Z</vt:filetime>
  </property>
  <property fmtid="{D5CDD505-2E9C-101B-9397-08002B2CF9AE}" pid="3" name="LastSaved">
    <vt:filetime>2026-02-27T00:00:00Z</vt:filetime>
  </property>
</Properties>
</file>